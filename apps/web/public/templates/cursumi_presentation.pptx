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nton" pitchFamily="2" charset="77"/>
      <p:regular r:id="rId17"/>
    </p:embeddedFont>
    <p:embeddedFont>
      <p:font typeface="Inter" panose="020B0502030000000004" pitchFamily="34" charset="0"/>
      <p:regular r:id="rId18"/>
    </p:embeddedFont>
    <p:embeddedFont>
      <p:font typeface="Inter Medium" panose="02000503000000020004"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89" autoAdjust="0"/>
  </p:normalViewPr>
  <p:slideViewPr>
    <p:cSldViewPr>
      <p:cViewPr varScale="1">
        <p:scale>
          <a:sx n="70" d="100"/>
          <a:sy n="70" d="100"/>
        </p:scale>
        <p:origin x="1384" y="3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8.sv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020866" y="6492324"/>
            <a:ext cx="8246268" cy="1094318"/>
            <a:chOff x="0" y="0"/>
            <a:chExt cx="1949503" cy="258708"/>
          </a:xfrm>
        </p:grpSpPr>
        <p:sp>
          <p:nvSpPr>
            <p:cNvPr id="3" name="Freeform 3"/>
            <p:cNvSpPr/>
            <p:nvPr/>
          </p:nvSpPr>
          <p:spPr>
            <a:xfrm>
              <a:off x="0" y="0"/>
              <a:ext cx="1949503" cy="258708"/>
            </a:xfrm>
            <a:custGeom>
              <a:avLst/>
              <a:gdLst/>
              <a:ahLst/>
              <a:cxnLst/>
              <a:rect l="l" t="t" r="r" b="b"/>
              <a:pathLst>
                <a:path w="1949503" h="258708">
                  <a:moveTo>
                    <a:pt x="47881" y="0"/>
                  </a:moveTo>
                  <a:lnTo>
                    <a:pt x="1901622" y="0"/>
                  </a:lnTo>
                  <a:cubicBezTo>
                    <a:pt x="1914321" y="0"/>
                    <a:pt x="1926500" y="5045"/>
                    <a:pt x="1935479" y="14024"/>
                  </a:cubicBezTo>
                  <a:cubicBezTo>
                    <a:pt x="1944458" y="23003"/>
                    <a:pt x="1949503" y="35182"/>
                    <a:pt x="1949503" y="47881"/>
                  </a:cubicBezTo>
                  <a:lnTo>
                    <a:pt x="1949503" y="210827"/>
                  </a:lnTo>
                  <a:cubicBezTo>
                    <a:pt x="1949503" y="223526"/>
                    <a:pt x="1944458" y="235705"/>
                    <a:pt x="1935479" y="244684"/>
                  </a:cubicBezTo>
                  <a:cubicBezTo>
                    <a:pt x="1926500" y="253664"/>
                    <a:pt x="1914321" y="258708"/>
                    <a:pt x="1901622" y="258708"/>
                  </a:cubicBezTo>
                  <a:lnTo>
                    <a:pt x="47881" y="258708"/>
                  </a:lnTo>
                  <a:cubicBezTo>
                    <a:pt x="35182" y="258708"/>
                    <a:pt x="23003" y="253664"/>
                    <a:pt x="14024" y="244684"/>
                  </a:cubicBezTo>
                  <a:cubicBezTo>
                    <a:pt x="5045" y="235705"/>
                    <a:pt x="0" y="223526"/>
                    <a:pt x="0" y="210827"/>
                  </a:cubicBezTo>
                  <a:lnTo>
                    <a:pt x="0" y="47881"/>
                  </a:lnTo>
                  <a:cubicBezTo>
                    <a:pt x="0" y="35182"/>
                    <a:pt x="5045" y="23003"/>
                    <a:pt x="14024" y="14024"/>
                  </a:cubicBezTo>
                  <a:cubicBezTo>
                    <a:pt x="23003" y="5045"/>
                    <a:pt x="35182" y="0"/>
                    <a:pt x="47881" y="0"/>
                  </a:cubicBezTo>
                  <a:close/>
                </a:path>
              </a:pathLst>
            </a:custGeom>
            <a:ln w="38100" cap="rnd">
              <a:solidFill>
                <a:srgbClr val="FFFFFF"/>
              </a:solidFill>
              <a:prstDash val="solid"/>
              <a:round/>
            </a:ln>
          </p:spPr>
          <p:txBody>
            <a:bodyPr/>
            <a:lstStyle/>
            <a:p>
              <a:endParaRPr lang="es-MX"/>
            </a:p>
          </p:txBody>
        </p:sp>
        <p:sp>
          <p:nvSpPr>
            <p:cNvPr id="4" name="TextBox 4"/>
            <p:cNvSpPr txBox="1"/>
            <p:nvPr/>
          </p:nvSpPr>
          <p:spPr>
            <a:xfrm>
              <a:off x="0" y="-38100"/>
              <a:ext cx="1949503" cy="29680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6" name="Freeform 6"/>
          <p:cNvSpPr/>
          <p:nvPr/>
        </p:nvSpPr>
        <p:spPr>
          <a:xfrm flipH="1" flipV="1">
            <a:off x="1066039" y="8569938"/>
            <a:ext cx="688362" cy="688362"/>
          </a:xfrm>
          <a:custGeom>
            <a:avLst/>
            <a:gdLst/>
            <a:ahLst/>
            <a:cxnLst/>
            <a:rect l="l" t="t" r="r" b="b"/>
            <a:pathLst>
              <a:path w="688362" h="688362">
                <a:moveTo>
                  <a:pt x="688362" y="688362"/>
                </a:moveTo>
                <a:lnTo>
                  <a:pt x="0" y="688362"/>
                </a:lnTo>
                <a:lnTo>
                  <a:pt x="0" y="0"/>
                </a:lnTo>
                <a:lnTo>
                  <a:pt x="688362" y="0"/>
                </a:lnTo>
                <a:lnTo>
                  <a:pt x="688362" y="68836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7" name="Freeform 7"/>
          <p:cNvSpPr/>
          <p:nvPr/>
        </p:nvSpPr>
        <p:spPr>
          <a:xfrm rot="-5400000" flipV="1">
            <a:off x="14768966" y="5387031"/>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8" name="Freeform 8"/>
          <p:cNvSpPr/>
          <p:nvPr/>
        </p:nvSpPr>
        <p:spPr>
          <a:xfrm rot="-5400000">
            <a:off x="-1599789" y="2294023"/>
            <a:ext cx="5118823" cy="2605946"/>
          </a:xfrm>
          <a:custGeom>
            <a:avLst/>
            <a:gdLst/>
            <a:ahLst/>
            <a:cxnLst/>
            <a:rect l="l" t="t" r="r" b="b"/>
            <a:pathLst>
              <a:path w="5118823" h="2605946">
                <a:moveTo>
                  <a:pt x="0" y="0"/>
                </a:moveTo>
                <a:lnTo>
                  <a:pt x="5118823" y="0"/>
                </a:lnTo>
                <a:lnTo>
                  <a:pt x="5118823" y="2605946"/>
                </a:lnTo>
                <a:lnTo>
                  <a:pt x="0" y="26059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9" name="Freeform 9"/>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10" name="TextBox 10"/>
          <p:cNvSpPr txBox="1"/>
          <p:nvPr/>
        </p:nvSpPr>
        <p:spPr>
          <a:xfrm>
            <a:off x="4244229" y="2709883"/>
            <a:ext cx="9799541" cy="3602043"/>
          </a:xfrm>
          <a:prstGeom prst="rect">
            <a:avLst/>
          </a:prstGeom>
        </p:spPr>
        <p:txBody>
          <a:bodyPr lIns="0" tIns="0" rIns="0" bIns="0" rtlCol="0" anchor="t">
            <a:spAutoFit/>
          </a:bodyPr>
          <a:lstStyle/>
          <a:p>
            <a:pPr algn="ctr">
              <a:lnSpc>
                <a:spcPts val="14276"/>
              </a:lnSpc>
            </a:pPr>
            <a:r>
              <a:rPr lang="en-US" sz="11896">
                <a:solidFill>
                  <a:srgbClr val="616161"/>
                </a:solidFill>
                <a:latin typeface="Anton"/>
                <a:ea typeface="Anton"/>
                <a:cs typeface="Anton"/>
                <a:sym typeface="Anton"/>
              </a:rPr>
              <a:t>LOREM IPSUM DOLOR</a:t>
            </a:r>
          </a:p>
        </p:txBody>
      </p:sp>
      <p:sp>
        <p:nvSpPr>
          <p:cNvPr id="11" name="TextBox 11"/>
          <p:cNvSpPr txBox="1"/>
          <p:nvPr/>
        </p:nvSpPr>
        <p:spPr>
          <a:xfrm>
            <a:off x="5395730" y="6806032"/>
            <a:ext cx="7496539" cy="466901"/>
          </a:xfrm>
          <a:prstGeom prst="rect">
            <a:avLst/>
          </a:prstGeom>
        </p:spPr>
        <p:txBody>
          <a:bodyPr lIns="0" tIns="0" rIns="0" bIns="0" rtlCol="0" anchor="t">
            <a:spAutoFit/>
          </a:bodyPr>
          <a:lstStyle/>
          <a:p>
            <a:pPr algn="ctr">
              <a:lnSpc>
                <a:spcPts val="3743"/>
              </a:lnSpc>
              <a:spcBef>
                <a:spcPct val="0"/>
              </a:spcBef>
            </a:pPr>
            <a:r>
              <a:rPr lang="en-US" sz="3119" b="1">
                <a:solidFill>
                  <a:srgbClr val="616161"/>
                </a:solidFill>
                <a:latin typeface="Inter Medium"/>
                <a:ea typeface="Inter Medium"/>
                <a:cs typeface="Inter Medium"/>
                <a:sym typeface="Inter Medium"/>
              </a:rPr>
              <a:t>LOREM IPSUM DOLOR SIT</a:t>
            </a:r>
          </a:p>
        </p:txBody>
      </p:sp>
      <p:sp>
        <p:nvSpPr>
          <p:cNvPr id="12" name="TextBox 12"/>
          <p:cNvSpPr txBox="1"/>
          <p:nvPr/>
        </p:nvSpPr>
        <p:spPr>
          <a:xfrm>
            <a:off x="7530854" y="1028700"/>
            <a:ext cx="3226292" cy="723900"/>
          </a:xfrm>
          <a:prstGeom prst="rect">
            <a:avLst/>
          </a:prstGeom>
        </p:spPr>
        <p:txBody>
          <a:bodyPr lIns="0" tIns="0" rIns="0" bIns="0" rtlCol="0" anchor="t">
            <a:spAutoFit/>
          </a:bodyPr>
          <a:lstStyle/>
          <a:p>
            <a:pPr algn="ctr">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13" name="TextBox 13"/>
          <p:cNvSpPr txBox="1"/>
          <p:nvPr/>
        </p:nvSpPr>
        <p:spPr>
          <a:xfrm>
            <a:off x="6796065" y="8924925"/>
            <a:ext cx="4695871" cy="333375"/>
          </a:xfrm>
          <a:prstGeom prst="rect">
            <a:avLst/>
          </a:prstGeom>
        </p:spPr>
        <p:txBody>
          <a:bodyPr lIns="0" tIns="0" rIns="0" bIns="0" rtlCol="0" anchor="t">
            <a:spAutoFit/>
          </a:bodyPr>
          <a:lstStyle/>
          <a:p>
            <a:pPr algn="ctr">
              <a:lnSpc>
                <a:spcPts val="2640"/>
              </a:lnSpc>
              <a:spcBef>
                <a:spcPct val="0"/>
              </a:spcBef>
            </a:pPr>
            <a:r>
              <a:rPr lang="en-US" sz="2200" b="1">
                <a:solidFill>
                  <a:srgbClr val="616161"/>
                </a:solidFill>
                <a:latin typeface="Inter Medium"/>
                <a:ea typeface="Inter Medium"/>
                <a:cs typeface="Inter Medium"/>
                <a:sym typeface="Inter Medium"/>
              </a:rPr>
              <a:t>LOREM IPSUM DOLOR SIT</a:t>
            </a:r>
          </a:p>
        </p:txBody>
      </p:sp>
      <p:sp>
        <p:nvSpPr>
          <p:cNvPr id="14" name="TextBox 14"/>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16051895" y="4962571"/>
            <a:ext cx="5118823" cy="2605946"/>
          </a:xfrm>
          <a:custGeom>
            <a:avLst/>
            <a:gdLst/>
            <a:ahLst/>
            <a:cxnLst/>
            <a:rect l="l" t="t" r="r" b="b"/>
            <a:pathLst>
              <a:path w="5118823" h="2605946">
                <a:moveTo>
                  <a:pt x="0" y="0"/>
                </a:moveTo>
                <a:lnTo>
                  <a:pt x="5118823" y="0"/>
                </a:lnTo>
                <a:lnTo>
                  <a:pt x="5118823" y="2605947"/>
                </a:lnTo>
                <a:lnTo>
                  <a:pt x="0" y="260594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4" name="Group 4"/>
          <p:cNvGrpSpPr/>
          <p:nvPr/>
        </p:nvGrpSpPr>
        <p:grpSpPr>
          <a:xfrm>
            <a:off x="1028700" y="1985459"/>
            <a:ext cx="8115300" cy="9787441"/>
            <a:chOff x="0" y="0"/>
            <a:chExt cx="1257272" cy="1126753"/>
          </a:xfrm>
        </p:grpSpPr>
        <p:sp>
          <p:nvSpPr>
            <p:cNvPr id="5" name="Freeform 5"/>
            <p:cNvSpPr/>
            <p:nvPr/>
          </p:nvSpPr>
          <p:spPr>
            <a:xfrm>
              <a:off x="0" y="0"/>
              <a:ext cx="1257272" cy="1126753"/>
            </a:xfrm>
            <a:custGeom>
              <a:avLst/>
              <a:gdLst/>
              <a:ahLst/>
              <a:cxnLst/>
              <a:rect l="l" t="t" r="r" b="b"/>
              <a:pathLst>
                <a:path w="1257272" h="1126753">
                  <a:moveTo>
                    <a:pt x="0" y="0"/>
                  </a:moveTo>
                  <a:lnTo>
                    <a:pt x="1257272" y="0"/>
                  </a:lnTo>
                  <a:lnTo>
                    <a:pt x="1257272" y="1126753"/>
                  </a:lnTo>
                  <a:lnTo>
                    <a:pt x="0" y="1126753"/>
                  </a:lnTo>
                  <a:close/>
                </a:path>
              </a:pathLst>
            </a:custGeom>
            <a:blipFill>
              <a:blip r:embed="rId4"/>
              <a:stretch>
                <a:fillRect l="-50621" r="-15269" b="27863"/>
              </a:stretch>
            </a:blipFill>
          </p:spPr>
          <p:txBody>
            <a:bodyPr/>
            <a:lstStyle/>
            <a:p>
              <a:endParaRPr lang="es-MX"/>
            </a:p>
          </p:txBody>
        </p:sp>
      </p:grpSp>
      <p:sp>
        <p:nvSpPr>
          <p:cNvPr id="6" name="TextBox 6"/>
          <p:cNvSpPr txBox="1"/>
          <p:nvPr/>
        </p:nvSpPr>
        <p:spPr>
          <a:xfrm>
            <a:off x="10038590" y="2876158"/>
            <a:ext cx="5544249" cy="3389386"/>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 SIT AMET</a:t>
            </a:r>
          </a:p>
        </p:txBody>
      </p:sp>
      <p:sp>
        <p:nvSpPr>
          <p:cNvPr id="7" name="TextBox 7"/>
          <p:cNvSpPr txBox="1"/>
          <p:nvPr/>
        </p:nvSpPr>
        <p:spPr>
          <a:xfrm>
            <a:off x="10038590" y="6475487"/>
            <a:ext cx="5665096" cy="93535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a:t>
            </a:r>
          </a:p>
        </p:txBody>
      </p:sp>
      <p:sp>
        <p:nvSpPr>
          <p:cNvPr id="8" name="TextBox 8"/>
          <p:cNvSpPr txBox="1"/>
          <p:nvPr/>
        </p:nvSpPr>
        <p:spPr>
          <a:xfrm>
            <a:off x="1028700" y="1028700"/>
            <a:ext cx="3543223"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9" name="Freeform 9"/>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0" name="TextBox 10"/>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7740109" y="1710681"/>
            <a:ext cx="4851289" cy="13561839"/>
            <a:chOff x="0" y="0"/>
            <a:chExt cx="751592" cy="1434353"/>
          </a:xfrm>
        </p:grpSpPr>
        <p:sp>
          <p:nvSpPr>
            <p:cNvPr id="4" name="Freeform 4"/>
            <p:cNvSpPr/>
            <p:nvPr/>
          </p:nvSpPr>
          <p:spPr>
            <a:xfrm>
              <a:off x="0" y="0"/>
              <a:ext cx="751592" cy="1434353"/>
            </a:xfrm>
            <a:custGeom>
              <a:avLst/>
              <a:gdLst/>
              <a:ahLst/>
              <a:cxnLst/>
              <a:rect l="l" t="t" r="r" b="b"/>
              <a:pathLst>
                <a:path w="751592" h="1434353">
                  <a:moveTo>
                    <a:pt x="0" y="0"/>
                  </a:moveTo>
                  <a:lnTo>
                    <a:pt x="751592" y="0"/>
                  </a:lnTo>
                  <a:lnTo>
                    <a:pt x="751592" y="1434353"/>
                  </a:lnTo>
                  <a:lnTo>
                    <a:pt x="0" y="1434353"/>
                  </a:lnTo>
                  <a:close/>
                </a:path>
              </a:pathLst>
            </a:custGeom>
            <a:blipFill>
              <a:blip r:embed="rId3"/>
              <a:stretch>
                <a:fillRect l="-84680" r="-92824" b="43333"/>
              </a:stretch>
            </a:blipFill>
          </p:spPr>
          <p:txBody>
            <a:bodyPr/>
            <a:lstStyle/>
            <a:p>
              <a:endParaRPr lang="es-MX"/>
            </a:p>
          </p:txBody>
        </p:sp>
      </p:grpSp>
      <p:sp>
        <p:nvSpPr>
          <p:cNvPr id="5" name="AutoShape 5"/>
          <p:cNvSpPr/>
          <p:nvPr/>
        </p:nvSpPr>
        <p:spPr>
          <a:xfrm>
            <a:off x="13326760" y="4325432"/>
            <a:ext cx="3932540" cy="0"/>
          </a:xfrm>
          <a:prstGeom prst="line">
            <a:avLst/>
          </a:prstGeom>
          <a:ln w="38100" cap="flat">
            <a:solidFill>
              <a:srgbClr val="FFFFFF"/>
            </a:solidFill>
            <a:prstDash val="solid"/>
            <a:headEnd type="none" w="sm" len="sm"/>
            <a:tailEnd type="none" w="sm" len="sm"/>
          </a:ln>
        </p:spPr>
        <p:txBody>
          <a:bodyPr/>
          <a:lstStyle/>
          <a:p>
            <a:endParaRPr lang="es-MX"/>
          </a:p>
        </p:txBody>
      </p:sp>
      <p:sp>
        <p:nvSpPr>
          <p:cNvPr id="6" name="AutoShape 6"/>
          <p:cNvSpPr/>
          <p:nvPr/>
        </p:nvSpPr>
        <p:spPr>
          <a:xfrm>
            <a:off x="13326760" y="6334324"/>
            <a:ext cx="3932540" cy="0"/>
          </a:xfrm>
          <a:prstGeom prst="line">
            <a:avLst/>
          </a:prstGeom>
          <a:ln w="38100" cap="flat">
            <a:solidFill>
              <a:srgbClr val="FFFFFF"/>
            </a:solidFill>
            <a:prstDash val="solid"/>
            <a:headEnd type="none" w="sm" len="sm"/>
            <a:tailEnd type="none" w="sm" len="sm"/>
          </a:ln>
        </p:spPr>
        <p:txBody>
          <a:bodyPr/>
          <a:lstStyle/>
          <a:p>
            <a:endParaRPr lang="es-MX"/>
          </a:p>
        </p:txBody>
      </p:sp>
      <p:sp>
        <p:nvSpPr>
          <p:cNvPr id="7" name="Freeform 7"/>
          <p:cNvSpPr/>
          <p:nvPr/>
        </p:nvSpPr>
        <p:spPr>
          <a:xfrm flipV="1">
            <a:off x="-1530711" y="8412213"/>
            <a:ext cx="5118823" cy="2605946"/>
          </a:xfrm>
          <a:custGeom>
            <a:avLst/>
            <a:gdLst/>
            <a:ahLst/>
            <a:cxnLst/>
            <a:rect l="l" t="t" r="r" b="b"/>
            <a:pathLst>
              <a:path w="5118823" h="2605946">
                <a:moveTo>
                  <a:pt x="0" y="2605946"/>
                </a:moveTo>
                <a:lnTo>
                  <a:pt x="5118822" y="2605946"/>
                </a:lnTo>
                <a:lnTo>
                  <a:pt x="5118822" y="0"/>
                </a:lnTo>
                <a:lnTo>
                  <a:pt x="0" y="0"/>
                </a:lnTo>
                <a:lnTo>
                  <a:pt x="0" y="260594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8" name="TextBox 8"/>
          <p:cNvSpPr txBox="1"/>
          <p:nvPr/>
        </p:nvSpPr>
        <p:spPr>
          <a:xfrm>
            <a:off x="1028700" y="2876158"/>
            <a:ext cx="5976047" cy="3389386"/>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 SIT AMET, CONSECTETUR </a:t>
            </a:r>
          </a:p>
        </p:txBody>
      </p:sp>
      <p:sp>
        <p:nvSpPr>
          <p:cNvPr id="9" name="TextBox 9"/>
          <p:cNvSpPr txBox="1"/>
          <p:nvPr/>
        </p:nvSpPr>
        <p:spPr>
          <a:xfrm>
            <a:off x="1028700" y="6475487"/>
            <a:ext cx="5433057" cy="93535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10" name="TextBox 10"/>
          <p:cNvSpPr txBox="1"/>
          <p:nvPr/>
        </p:nvSpPr>
        <p:spPr>
          <a:xfrm>
            <a:off x="1028700" y="1028700"/>
            <a:ext cx="3582840"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grpSp>
        <p:nvGrpSpPr>
          <p:cNvPr id="11" name="Group 11"/>
          <p:cNvGrpSpPr/>
          <p:nvPr/>
        </p:nvGrpSpPr>
        <p:grpSpPr>
          <a:xfrm>
            <a:off x="13326760" y="2630774"/>
            <a:ext cx="3932540" cy="1380424"/>
            <a:chOff x="0" y="0"/>
            <a:chExt cx="5243387" cy="1840565"/>
          </a:xfrm>
        </p:grpSpPr>
        <p:sp>
          <p:nvSpPr>
            <p:cNvPr id="12" name="TextBox 12"/>
            <p:cNvSpPr txBox="1"/>
            <p:nvPr/>
          </p:nvSpPr>
          <p:spPr>
            <a:xfrm>
              <a:off x="0" y="606125"/>
              <a:ext cx="5243387"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a:t>
              </a:r>
            </a:p>
          </p:txBody>
        </p:sp>
        <p:sp>
          <p:nvSpPr>
            <p:cNvPr id="13" name="TextBox 13"/>
            <p:cNvSpPr txBox="1"/>
            <p:nvPr/>
          </p:nvSpPr>
          <p:spPr>
            <a:xfrm>
              <a:off x="0" y="-9525"/>
              <a:ext cx="5243387"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a:t>
              </a:r>
            </a:p>
          </p:txBody>
        </p:sp>
      </p:grpSp>
      <p:grpSp>
        <p:nvGrpSpPr>
          <p:cNvPr id="14" name="Group 14"/>
          <p:cNvGrpSpPr/>
          <p:nvPr/>
        </p:nvGrpSpPr>
        <p:grpSpPr>
          <a:xfrm>
            <a:off x="13326760" y="4639666"/>
            <a:ext cx="3932540" cy="1380424"/>
            <a:chOff x="0" y="0"/>
            <a:chExt cx="5243387" cy="1840565"/>
          </a:xfrm>
        </p:grpSpPr>
        <p:sp>
          <p:nvSpPr>
            <p:cNvPr id="15" name="TextBox 15"/>
            <p:cNvSpPr txBox="1"/>
            <p:nvPr/>
          </p:nvSpPr>
          <p:spPr>
            <a:xfrm>
              <a:off x="0" y="606125"/>
              <a:ext cx="5243387"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a:t>
              </a:r>
            </a:p>
          </p:txBody>
        </p:sp>
        <p:sp>
          <p:nvSpPr>
            <p:cNvPr id="16" name="TextBox 16"/>
            <p:cNvSpPr txBox="1"/>
            <p:nvPr/>
          </p:nvSpPr>
          <p:spPr>
            <a:xfrm>
              <a:off x="0" y="-9525"/>
              <a:ext cx="5243387"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a:t>
              </a:r>
            </a:p>
          </p:txBody>
        </p:sp>
      </p:grpSp>
      <p:grpSp>
        <p:nvGrpSpPr>
          <p:cNvPr id="17" name="Group 17"/>
          <p:cNvGrpSpPr/>
          <p:nvPr/>
        </p:nvGrpSpPr>
        <p:grpSpPr>
          <a:xfrm>
            <a:off x="13326760" y="6648558"/>
            <a:ext cx="3932540" cy="1380424"/>
            <a:chOff x="0" y="0"/>
            <a:chExt cx="5243387" cy="1840565"/>
          </a:xfrm>
        </p:grpSpPr>
        <p:sp>
          <p:nvSpPr>
            <p:cNvPr id="18" name="TextBox 18"/>
            <p:cNvSpPr txBox="1"/>
            <p:nvPr/>
          </p:nvSpPr>
          <p:spPr>
            <a:xfrm>
              <a:off x="0" y="606125"/>
              <a:ext cx="5243387"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a:t>
              </a:r>
            </a:p>
          </p:txBody>
        </p:sp>
        <p:sp>
          <p:nvSpPr>
            <p:cNvPr id="19" name="TextBox 19"/>
            <p:cNvSpPr txBox="1"/>
            <p:nvPr/>
          </p:nvSpPr>
          <p:spPr>
            <a:xfrm>
              <a:off x="0" y="-9525"/>
              <a:ext cx="5243387"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a:t>
              </a:r>
            </a:p>
          </p:txBody>
        </p:sp>
      </p:grpSp>
      <p:sp>
        <p:nvSpPr>
          <p:cNvPr id="20" name="Freeform 20"/>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21" name="TextBox 21"/>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AutoShape 3"/>
          <p:cNvSpPr/>
          <p:nvPr/>
        </p:nvSpPr>
        <p:spPr>
          <a:xfrm>
            <a:off x="1028700" y="5554682"/>
            <a:ext cx="3932540" cy="0"/>
          </a:xfrm>
          <a:prstGeom prst="line">
            <a:avLst/>
          </a:prstGeom>
          <a:ln w="38100" cap="flat">
            <a:solidFill>
              <a:srgbClr val="FFFFFF"/>
            </a:solidFill>
            <a:prstDash val="solid"/>
            <a:headEnd type="none" w="sm" len="sm"/>
            <a:tailEnd type="none" w="sm" len="sm"/>
          </a:ln>
        </p:spPr>
        <p:txBody>
          <a:bodyPr/>
          <a:lstStyle/>
          <a:p>
            <a:endParaRPr lang="es-MX"/>
          </a:p>
        </p:txBody>
      </p:sp>
      <p:sp>
        <p:nvSpPr>
          <p:cNvPr id="4" name="AutoShape 4"/>
          <p:cNvSpPr/>
          <p:nvPr/>
        </p:nvSpPr>
        <p:spPr>
          <a:xfrm>
            <a:off x="1028700" y="7563620"/>
            <a:ext cx="3932540" cy="0"/>
          </a:xfrm>
          <a:prstGeom prst="line">
            <a:avLst/>
          </a:prstGeom>
          <a:ln w="38100" cap="flat">
            <a:solidFill>
              <a:srgbClr val="FFFFFF"/>
            </a:solidFill>
            <a:prstDash val="solid"/>
            <a:headEnd type="none" w="sm" len="sm"/>
            <a:tailEnd type="none" w="sm" len="sm"/>
          </a:ln>
        </p:spPr>
        <p:txBody>
          <a:bodyPr/>
          <a:lstStyle/>
          <a:p>
            <a:endParaRPr lang="es-MX"/>
          </a:p>
        </p:txBody>
      </p:sp>
      <p:grpSp>
        <p:nvGrpSpPr>
          <p:cNvPr id="5" name="Group 5"/>
          <p:cNvGrpSpPr/>
          <p:nvPr/>
        </p:nvGrpSpPr>
        <p:grpSpPr>
          <a:xfrm>
            <a:off x="5563214" y="1874702"/>
            <a:ext cx="4851289" cy="13239635"/>
            <a:chOff x="0" y="0"/>
            <a:chExt cx="751592" cy="1434353"/>
          </a:xfrm>
        </p:grpSpPr>
        <p:sp>
          <p:nvSpPr>
            <p:cNvPr id="6" name="Freeform 6"/>
            <p:cNvSpPr/>
            <p:nvPr/>
          </p:nvSpPr>
          <p:spPr>
            <a:xfrm>
              <a:off x="0" y="0"/>
              <a:ext cx="751592" cy="1434353"/>
            </a:xfrm>
            <a:custGeom>
              <a:avLst/>
              <a:gdLst/>
              <a:ahLst/>
              <a:cxnLst/>
              <a:rect l="l" t="t" r="r" b="b"/>
              <a:pathLst>
                <a:path w="751592" h="1434353">
                  <a:moveTo>
                    <a:pt x="0" y="0"/>
                  </a:moveTo>
                  <a:lnTo>
                    <a:pt x="751592" y="0"/>
                  </a:lnTo>
                  <a:lnTo>
                    <a:pt x="751592" y="1434353"/>
                  </a:lnTo>
                  <a:lnTo>
                    <a:pt x="0" y="1434353"/>
                  </a:lnTo>
                  <a:close/>
                </a:path>
              </a:pathLst>
            </a:custGeom>
            <a:blipFill>
              <a:blip r:embed="rId3"/>
              <a:stretch>
                <a:fillRect l="-84680" r="-92824" b="43333"/>
              </a:stretch>
            </a:blipFill>
          </p:spPr>
          <p:txBody>
            <a:bodyPr/>
            <a:lstStyle/>
            <a:p>
              <a:endParaRPr lang="es-MX"/>
            </a:p>
          </p:txBody>
        </p:sp>
      </p:grpSp>
      <p:sp>
        <p:nvSpPr>
          <p:cNvPr id="7" name="Freeform 7"/>
          <p:cNvSpPr/>
          <p:nvPr/>
        </p:nvSpPr>
        <p:spPr>
          <a:xfrm rot="-5400000" flipV="1">
            <a:off x="10273605" y="9286715"/>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8" name="TextBox 8"/>
          <p:cNvSpPr txBox="1"/>
          <p:nvPr/>
        </p:nvSpPr>
        <p:spPr>
          <a:xfrm>
            <a:off x="11016478" y="3545677"/>
            <a:ext cx="6239024" cy="2259591"/>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a:t>
            </a:r>
          </a:p>
        </p:txBody>
      </p:sp>
      <p:sp>
        <p:nvSpPr>
          <p:cNvPr id="9" name="TextBox 9"/>
          <p:cNvSpPr txBox="1"/>
          <p:nvPr/>
        </p:nvSpPr>
        <p:spPr>
          <a:xfrm>
            <a:off x="11016478" y="6015210"/>
            <a:ext cx="5620254" cy="93535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 </a:t>
            </a:r>
          </a:p>
        </p:txBody>
      </p:sp>
      <p:sp>
        <p:nvSpPr>
          <p:cNvPr id="10" name="TextBox 10"/>
          <p:cNvSpPr txBox="1"/>
          <p:nvPr/>
        </p:nvSpPr>
        <p:spPr>
          <a:xfrm>
            <a:off x="1028700" y="1028700"/>
            <a:ext cx="3318731"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11" name="TextBox 11"/>
          <p:cNvSpPr txBox="1"/>
          <p:nvPr/>
        </p:nvSpPr>
        <p:spPr>
          <a:xfrm>
            <a:off x="1384493" y="3990746"/>
            <a:ext cx="3576748" cy="1249680"/>
          </a:xfrm>
          <a:prstGeom prst="rect">
            <a:avLst/>
          </a:prstGeom>
        </p:spPr>
        <p:txBody>
          <a:bodyPr lIns="0" tIns="0" rIns="0" bIns="0" rtlCol="0" anchor="t">
            <a:spAutoFit/>
          </a:bodyPr>
          <a:lstStyle/>
          <a:p>
            <a:pPr algn="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a:t>
            </a:r>
          </a:p>
        </p:txBody>
      </p:sp>
      <p:sp>
        <p:nvSpPr>
          <p:cNvPr id="12" name="TextBox 12"/>
          <p:cNvSpPr txBox="1"/>
          <p:nvPr/>
        </p:nvSpPr>
        <p:spPr>
          <a:xfrm>
            <a:off x="1028700" y="3536152"/>
            <a:ext cx="3932540" cy="314325"/>
          </a:xfrm>
          <a:prstGeom prst="rect">
            <a:avLst/>
          </a:prstGeom>
        </p:spPr>
        <p:txBody>
          <a:bodyPr lIns="0" tIns="0" rIns="0" bIns="0" rtlCol="0" anchor="t">
            <a:spAutoFit/>
          </a:bodyPr>
          <a:lstStyle/>
          <a:p>
            <a:pPr algn="r">
              <a:lnSpc>
                <a:spcPts val="2400"/>
              </a:lnSpc>
              <a:spcBef>
                <a:spcPct val="0"/>
              </a:spcBef>
            </a:pPr>
            <a:r>
              <a:rPr lang="en-US" sz="2000" b="1">
                <a:solidFill>
                  <a:srgbClr val="616161"/>
                </a:solidFill>
                <a:latin typeface="Inter Medium"/>
                <a:ea typeface="Inter Medium"/>
                <a:cs typeface="Inter Medium"/>
                <a:sym typeface="Inter Medium"/>
              </a:rPr>
              <a:t>LOREM IPSUM</a:t>
            </a:r>
          </a:p>
        </p:txBody>
      </p:sp>
      <p:sp>
        <p:nvSpPr>
          <p:cNvPr id="13" name="TextBox 13"/>
          <p:cNvSpPr txBox="1"/>
          <p:nvPr/>
        </p:nvSpPr>
        <p:spPr>
          <a:xfrm>
            <a:off x="1260739" y="6314008"/>
            <a:ext cx="3700501" cy="935355"/>
          </a:xfrm>
          <a:prstGeom prst="rect">
            <a:avLst/>
          </a:prstGeom>
        </p:spPr>
        <p:txBody>
          <a:bodyPr lIns="0" tIns="0" rIns="0" bIns="0" rtlCol="0" anchor="t">
            <a:spAutoFit/>
          </a:bodyPr>
          <a:lstStyle/>
          <a:p>
            <a:pPr algn="r">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4" name="TextBox 14"/>
          <p:cNvSpPr txBox="1"/>
          <p:nvPr/>
        </p:nvSpPr>
        <p:spPr>
          <a:xfrm>
            <a:off x="1028700" y="5859414"/>
            <a:ext cx="3932540" cy="314325"/>
          </a:xfrm>
          <a:prstGeom prst="rect">
            <a:avLst/>
          </a:prstGeom>
        </p:spPr>
        <p:txBody>
          <a:bodyPr lIns="0" tIns="0" rIns="0" bIns="0" rtlCol="0" anchor="t">
            <a:spAutoFit/>
          </a:bodyPr>
          <a:lstStyle/>
          <a:p>
            <a:pPr algn="r">
              <a:lnSpc>
                <a:spcPts val="2400"/>
              </a:lnSpc>
              <a:spcBef>
                <a:spcPct val="0"/>
              </a:spcBef>
            </a:pPr>
            <a:r>
              <a:rPr lang="en-US" sz="2000" b="1">
                <a:solidFill>
                  <a:srgbClr val="616161"/>
                </a:solidFill>
                <a:latin typeface="Inter Medium"/>
                <a:ea typeface="Inter Medium"/>
                <a:cs typeface="Inter Medium"/>
                <a:sym typeface="Inter Medium"/>
              </a:rPr>
              <a:t>LOREM IPSUM</a:t>
            </a:r>
          </a:p>
        </p:txBody>
      </p:sp>
      <p:sp>
        <p:nvSpPr>
          <p:cNvPr id="15" name="TextBox 15"/>
          <p:cNvSpPr txBox="1"/>
          <p:nvPr/>
        </p:nvSpPr>
        <p:spPr>
          <a:xfrm>
            <a:off x="1028700" y="8322945"/>
            <a:ext cx="3932540" cy="935355"/>
          </a:xfrm>
          <a:prstGeom prst="rect">
            <a:avLst/>
          </a:prstGeom>
        </p:spPr>
        <p:txBody>
          <a:bodyPr lIns="0" tIns="0" rIns="0" bIns="0" rtlCol="0" anchor="t">
            <a:spAutoFit/>
          </a:bodyPr>
          <a:lstStyle/>
          <a:p>
            <a:pPr algn="r">
              <a:lnSpc>
                <a:spcPts val="2520"/>
              </a:lnSpc>
            </a:pPr>
            <a:r>
              <a:rPr lang="en-US" sz="1800">
                <a:solidFill>
                  <a:srgbClr val="616161"/>
                </a:solidFill>
                <a:latin typeface="Inter"/>
                <a:ea typeface="Inter"/>
                <a:cs typeface="Inter"/>
                <a:sym typeface="Inter"/>
              </a:rPr>
              <a:t>Lorem ipsum dolor sit amet, consectetur adipiscing elit. Nunc nisl ipsum, posuere in tempus non,</a:t>
            </a:r>
          </a:p>
        </p:txBody>
      </p:sp>
      <p:sp>
        <p:nvSpPr>
          <p:cNvPr id="16" name="TextBox 16"/>
          <p:cNvSpPr txBox="1"/>
          <p:nvPr/>
        </p:nvSpPr>
        <p:spPr>
          <a:xfrm>
            <a:off x="1028700" y="7868351"/>
            <a:ext cx="3932540" cy="314325"/>
          </a:xfrm>
          <a:prstGeom prst="rect">
            <a:avLst/>
          </a:prstGeom>
        </p:spPr>
        <p:txBody>
          <a:bodyPr lIns="0" tIns="0" rIns="0" bIns="0" rtlCol="0" anchor="t">
            <a:spAutoFit/>
          </a:bodyPr>
          <a:lstStyle/>
          <a:p>
            <a:pPr algn="r">
              <a:lnSpc>
                <a:spcPts val="2400"/>
              </a:lnSpc>
              <a:spcBef>
                <a:spcPct val="0"/>
              </a:spcBef>
            </a:pPr>
            <a:r>
              <a:rPr lang="en-US" sz="2000" b="1">
                <a:solidFill>
                  <a:srgbClr val="616161"/>
                </a:solidFill>
                <a:latin typeface="Inter Medium"/>
                <a:ea typeface="Inter Medium"/>
                <a:cs typeface="Inter Medium"/>
                <a:sym typeface="Inter Medium"/>
              </a:rPr>
              <a:t>LOREM IPSUM</a:t>
            </a:r>
          </a:p>
        </p:txBody>
      </p:sp>
      <p:sp>
        <p:nvSpPr>
          <p:cNvPr id="17" name="Freeform 17"/>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8" name="TextBox 18"/>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6570938" y="8569938"/>
            <a:ext cx="688362" cy="688362"/>
          </a:xfrm>
          <a:custGeom>
            <a:avLst/>
            <a:gdLst/>
            <a:ahLst/>
            <a:cxnLst/>
            <a:rect l="l" t="t" r="r" b="b"/>
            <a:pathLst>
              <a:path w="688362" h="688362">
                <a:moveTo>
                  <a:pt x="0" y="688362"/>
                </a:moveTo>
                <a:lnTo>
                  <a:pt x="688362" y="688362"/>
                </a:lnTo>
                <a:lnTo>
                  <a:pt x="688362" y="0"/>
                </a:lnTo>
                <a:lnTo>
                  <a:pt x="0" y="0"/>
                </a:lnTo>
                <a:lnTo>
                  <a:pt x="0" y="68836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1028700" y="1985459"/>
            <a:ext cx="16230600" cy="4596662"/>
            <a:chOff x="0" y="0"/>
            <a:chExt cx="2514545" cy="712143"/>
          </a:xfrm>
        </p:grpSpPr>
        <p:sp>
          <p:nvSpPr>
            <p:cNvPr id="4" name="Freeform 4"/>
            <p:cNvSpPr/>
            <p:nvPr/>
          </p:nvSpPr>
          <p:spPr>
            <a:xfrm>
              <a:off x="0" y="0"/>
              <a:ext cx="2514545" cy="712143"/>
            </a:xfrm>
            <a:custGeom>
              <a:avLst/>
              <a:gdLst/>
              <a:ahLst/>
              <a:cxnLst/>
              <a:rect l="l" t="t" r="r" b="b"/>
              <a:pathLst>
                <a:path w="2514545" h="712143">
                  <a:moveTo>
                    <a:pt x="0" y="0"/>
                  </a:moveTo>
                  <a:lnTo>
                    <a:pt x="2514545" y="0"/>
                  </a:lnTo>
                  <a:lnTo>
                    <a:pt x="2514545" y="712143"/>
                  </a:lnTo>
                  <a:lnTo>
                    <a:pt x="0" y="712143"/>
                  </a:lnTo>
                  <a:close/>
                </a:path>
              </a:pathLst>
            </a:custGeom>
            <a:blipFill>
              <a:blip r:embed="rId3"/>
              <a:stretch>
                <a:fillRect l="-25310" r="42365" b="-14134"/>
              </a:stretch>
            </a:blipFill>
          </p:spPr>
          <p:txBody>
            <a:bodyPr/>
            <a:lstStyle/>
            <a:p>
              <a:endParaRPr lang="es-MX"/>
            </a:p>
          </p:txBody>
        </p:sp>
      </p:grpSp>
      <p:sp>
        <p:nvSpPr>
          <p:cNvPr id="5" name="Freeform 5"/>
          <p:cNvSpPr/>
          <p:nvPr/>
        </p:nvSpPr>
        <p:spPr>
          <a:xfrm rot="-5400000" flipV="1">
            <a:off x="15314500" y="4011702"/>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6" name="TextBox 6"/>
          <p:cNvSpPr txBox="1"/>
          <p:nvPr/>
        </p:nvSpPr>
        <p:spPr>
          <a:xfrm>
            <a:off x="1028700" y="7010400"/>
            <a:ext cx="6239024" cy="2247900"/>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a:t>
            </a:r>
          </a:p>
        </p:txBody>
      </p:sp>
      <p:sp>
        <p:nvSpPr>
          <p:cNvPr id="7" name="TextBox 7"/>
          <p:cNvSpPr txBox="1"/>
          <p:nvPr/>
        </p:nvSpPr>
        <p:spPr>
          <a:xfrm>
            <a:off x="8536842" y="7647622"/>
            <a:ext cx="6764979" cy="93535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 </a:t>
            </a:r>
          </a:p>
        </p:txBody>
      </p:sp>
      <p:sp>
        <p:nvSpPr>
          <p:cNvPr id="8" name="TextBox 8"/>
          <p:cNvSpPr txBox="1"/>
          <p:nvPr/>
        </p:nvSpPr>
        <p:spPr>
          <a:xfrm>
            <a:off x="1028700" y="1028700"/>
            <a:ext cx="3463990"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9" name="Freeform 9"/>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0" name="TextBox 10"/>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28700"/>
            <a:ext cx="3331936"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3" name="TextBox 3"/>
          <p:cNvSpPr txBox="1"/>
          <p:nvPr/>
        </p:nvSpPr>
        <p:spPr>
          <a:xfrm>
            <a:off x="5305168" y="1985459"/>
            <a:ext cx="7677664" cy="2247900"/>
          </a:xfrm>
          <a:prstGeom prst="rect">
            <a:avLst/>
          </a:prstGeom>
        </p:spPr>
        <p:txBody>
          <a:bodyPr lIns="0" tIns="0" rIns="0" bIns="0" rtlCol="0" anchor="t">
            <a:spAutoFit/>
          </a:bodyPr>
          <a:lstStyle/>
          <a:p>
            <a:pPr algn="ctr">
              <a:lnSpc>
                <a:spcPts val="8911"/>
              </a:lnSpc>
            </a:pPr>
            <a:r>
              <a:rPr lang="en-US" sz="7426">
                <a:solidFill>
                  <a:srgbClr val="616161"/>
                </a:solidFill>
                <a:latin typeface="Anton"/>
                <a:ea typeface="Anton"/>
                <a:cs typeface="Anton"/>
                <a:sym typeface="Anton"/>
              </a:rPr>
              <a:t>LOREM IPSUM DOLOR SIT AMET</a:t>
            </a:r>
          </a:p>
        </p:txBody>
      </p:sp>
      <p:sp>
        <p:nvSpPr>
          <p:cNvPr id="4" name="TextBox 4"/>
          <p:cNvSpPr txBox="1"/>
          <p:nvPr/>
        </p:nvSpPr>
        <p:spPr>
          <a:xfrm>
            <a:off x="4177578" y="8637270"/>
            <a:ext cx="9932844" cy="62103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5" name="TextBox 5"/>
          <p:cNvSpPr txBox="1"/>
          <p:nvPr/>
        </p:nvSpPr>
        <p:spPr>
          <a:xfrm>
            <a:off x="2007607" y="6052059"/>
            <a:ext cx="4087233" cy="124968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6" name="TextBox 6"/>
          <p:cNvSpPr txBox="1"/>
          <p:nvPr/>
        </p:nvSpPr>
        <p:spPr>
          <a:xfrm>
            <a:off x="2007607" y="5597465"/>
            <a:ext cx="4087233" cy="3143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a:t>
            </a:r>
          </a:p>
        </p:txBody>
      </p:sp>
      <p:sp>
        <p:nvSpPr>
          <p:cNvPr id="7" name="TextBox 7"/>
          <p:cNvSpPr txBox="1"/>
          <p:nvPr/>
        </p:nvSpPr>
        <p:spPr>
          <a:xfrm>
            <a:off x="7100384" y="6052059"/>
            <a:ext cx="4087233" cy="124968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8" name="TextBox 8"/>
          <p:cNvSpPr txBox="1"/>
          <p:nvPr/>
        </p:nvSpPr>
        <p:spPr>
          <a:xfrm>
            <a:off x="7100384" y="5597465"/>
            <a:ext cx="4087233" cy="3143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a:t>
            </a:r>
          </a:p>
        </p:txBody>
      </p:sp>
      <p:sp>
        <p:nvSpPr>
          <p:cNvPr id="9" name="TextBox 9"/>
          <p:cNvSpPr txBox="1"/>
          <p:nvPr/>
        </p:nvSpPr>
        <p:spPr>
          <a:xfrm>
            <a:off x="12193160" y="6052059"/>
            <a:ext cx="4087233" cy="124968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10" name="TextBox 10"/>
          <p:cNvSpPr txBox="1"/>
          <p:nvPr/>
        </p:nvSpPr>
        <p:spPr>
          <a:xfrm>
            <a:off x="12193160" y="5597465"/>
            <a:ext cx="4087233" cy="3143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a:t>
            </a:r>
          </a:p>
        </p:txBody>
      </p:sp>
      <p:sp>
        <p:nvSpPr>
          <p:cNvPr id="11" name="AutoShape 11"/>
          <p:cNvSpPr/>
          <p:nvPr/>
        </p:nvSpPr>
        <p:spPr>
          <a:xfrm flipV="1">
            <a:off x="6597612" y="5340289"/>
            <a:ext cx="0" cy="2228151"/>
          </a:xfrm>
          <a:prstGeom prst="line">
            <a:avLst/>
          </a:prstGeom>
          <a:ln w="38100" cap="flat">
            <a:solidFill>
              <a:srgbClr val="FFFFFF"/>
            </a:solidFill>
            <a:prstDash val="solid"/>
            <a:headEnd type="none" w="sm" len="sm"/>
            <a:tailEnd type="none" w="sm" len="sm"/>
          </a:ln>
        </p:spPr>
        <p:txBody>
          <a:bodyPr/>
          <a:lstStyle/>
          <a:p>
            <a:endParaRPr lang="es-MX"/>
          </a:p>
        </p:txBody>
      </p:sp>
      <p:sp>
        <p:nvSpPr>
          <p:cNvPr id="12" name="AutoShape 12"/>
          <p:cNvSpPr/>
          <p:nvPr/>
        </p:nvSpPr>
        <p:spPr>
          <a:xfrm flipV="1">
            <a:off x="11690388" y="5340289"/>
            <a:ext cx="0" cy="2228151"/>
          </a:xfrm>
          <a:prstGeom prst="line">
            <a:avLst/>
          </a:prstGeom>
          <a:ln w="38100" cap="flat">
            <a:solidFill>
              <a:srgbClr val="FFFFFF"/>
            </a:solidFill>
            <a:prstDash val="solid"/>
            <a:headEnd type="none" w="sm" len="sm"/>
            <a:tailEnd type="none" w="sm" len="sm"/>
          </a:ln>
        </p:spPr>
        <p:txBody>
          <a:bodyPr/>
          <a:lstStyle/>
          <a:p>
            <a:endParaRPr lang="es-MX"/>
          </a:p>
        </p:txBody>
      </p:sp>
      <p:sp>
        <p:nvSpPr>
          <p:cNvPr id="13" name="Freeform 13"/>
          <p:cNvSpPr/>
          <p:nvPr/>
        </p:nvSpPr>
        <p:spPr>
          <a:xfrm rot="-5400000" flipV="1">
            <a:off x="15070756" y="8824878"/>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14" name="Freeform 14"/>
          <p:cNvSpPr/>
          <p:nvPr/>
        </p:nvSpPr>
        <p:spPr>
          <a:xfrm rot="-5400000">
            <a:off x="-1901579" y="8824878"/>
            <a:ext cx="5118823" cy="2605946"/>
          </a:xfrm>
          <a:custGeom>
            <a:avLst/>
            <a:gdLst/>
            <a:ahLst/>
            <a:cxnLst/>
            <a:rect l="l" t="t" r="r" b="b"/>
            <a:pathLst>
              <a:path w="5118823" h="2605946">
                <a:moveTo>
                  <a:pt x="0" y="0"/>
                </a:moveTo>
                <a:lnTo>
                  <a:pt x="5118823" y="0"/>
                </a:lnTo>
                <a:lnTo>
                  <a:pt x="5118823" y="2605946"/>
                </a:lnTo>
                <a:lnTo>
                  <a:pt x="0" y="26059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15" name="Freeform 15"/>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16" name="TextBox 16"/>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1040892" y="1850318"/>
            <a:ext cx="4581835" cy="10801862"/>
            <a:chOff x="0" y="0"/>
            <a:chExt cx="709846" cy="1126753"/>
          </a:xfrm>
        </p:grpSpPr>
        <p:sp>
          <p:nvSpPr>
            <p:cNvPr id="4" name="Freeform 4"/>
            <p:cNvSpPr/>
            <p:nvPr/>
          </p:nvSpPr>
          <p:spPr>
            <a:xfrm>
              <a:off x="0" y="0"/>
              <a:ext cx="709846" cy="1126753"/>
            </a:xfrm>
            <a:custGeom>
              <a:avLst/>
              <a:gdLst/>
              <a:ahLst/>
              <a:cxnLst/>
              <a:rect l="l" t="t" r="r" b="b"/>
              <a:pathLst>
                <a:path w="709846" h="1126753">
                  <a:moveTo>
                    <a:pt x="0" y="0"/>
                  </a:moveTo>
                  <a:lnTo>
                    <a:pt x="709846" y="0"/>
                  </a:lnTo>
                  <a:lnTo>
                    <a:pt x="709846" y="1126753"/>
                  </a:lnTo>
                  <a:lnTo>
                    <a:pt x="0" y="1126753"/>
                  </a:lnTo>
                  <a:close/>
                </a:path>
              </a:pathLst>
            </a:custGeom>
            <a:blipFill>
              <a:blip r:embed="rId3"/>
              <a:stretch>
                <a:fillRect l="-89660" r="-104164" b="27863"/>
              </a:stretch>
            </a:blipFill>
          </p:spPr>
          <p:txBody>
            <a:bodyPr/>
            <a:lstStyle/>
            <a:p>
              <a:endParaRPr lang="es-MX"/>
            </a:p>
          </p:txBody>
        </p:sp>
      </p:grpSp>
      <p:grpSp>
        <p:nvGrpSpPr>
          <p:cNvPr id="5" name="Group 5"/>
          <p:cNvGrpSpPr/>
          <p:nvPr/>
        </p:nvGrpSpPr>
        <p:grpSpPr>
          <a:xfrm>
            <a:off x="5799740" y="1850318"/>
            <a:ext cx="3369202" cy="10801862"/>
            <a:chOff x="0" y="0"/>
            <a:chExt cx="521978" cy="1126753"/>
          </a:xfrm>
        </p:grpSpPr>
        <p:sp>
          <p:nvSpPr>
            <p:cNvPr id="6" name="Freeform 6"/>
            <p:cNvSpPr/>
            <p:nvPr/>
          </p:nvSpPr>
          <p:spPr>
            <a:xfrm>
              <a:off x="0" y="0"/>
              <a:ext cx="521978" cy="1126753"/>
            </a:xfrm>
            <a:custGeom>
              <a:avLst/>
              <a:gdLst/>
              <a:ahLst/>
              <a:cxnLst/>
              <a:rect l="l" t="t" r="r" b="b"/>
              <a:pathLst>
                <a:path w="521978" h="1126753">
                  <a:moveTo>
                    <a:pt x="0" y="0"/>
                  </a:moveTo>
                  <a:lnTo>
                    <a:pt x="521978" y="0"/>
                  </a:lnTo>
                  <a:lnTo>
                    <a:pt x="521978" y="1126753"/>
                  </a:lnTo>
                  <a:lnTo>
                    <a:pt x="0" y="1126753"/>
                  </a:lnTo>
                  <a:close/>
                </a:path>
              </a:pathLst>
            </a:custGeom>
            <a:blipFill>
              <a:blip r:embed="rId3"/>
              <a:stretch>
                <a:fillRect l="-121930" r="-177646" b="27863"/>
              </a:stretch>
            </a:blipFill>
          </p:spPr>
          <p:txBody>
            <a:bodyPr/>
            <a:lstStyle/>
            <a:p>
              <a:endParaRPr lang="es-MX"/>
            </a:p>
          </p:txBody>
        </p:sp>
      </p:grpSp>
      <p:sp>
        <p:nvSpPr>
          <p:cNvPr id="7" name="Freeform 7"/>
          <p:cNvSpPr/>
          <p:nvPr/>
        </p:nvSpPr>
        <p:spPr>
          <a:xfrm flipV="1">
            <a:off x="10201972" y="8180174"/>
            <a:ext cx="5118823" cy="2605946"/>
          </a:xfrm>
          <a:custGeom>
            <a:avLst/>
            <a:gdLst/>
            <a:ahLst/>
            <a:cxnLst/>
            <a:rect l="l" t="t" r="r" b="b"/>
            <a:pathLst>
              <a:path w="5118823" h="2605946">
                <a:moveTo>
                  <a:pt x="0" y="2605947"/>
                </a:moveTo>
                <a:lnTo>
                  <a:pt x="5118823" y="2605947"/>
                </a:lnTo>
                <a:lnTo>
                  <a:pt x="5118823" y="0"/>
                </a:lnTo>
                <a:lnTo>
                  <a:pt x="0" y="0"/>
                </a:lnTo>
                <a:lnTo>
                  <a:pt x="0" y="2605947"/>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8" name="TextBox 8"/>
          <p:cNvSpPr txBox="1"/>
          <p:nvPr/>
        </p:nvSpPr>
        <p:spPr>
          <a:xfrm>
            <a:off x="1028700" y="1028700"/>
            <a:ext cx="3358347"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9" name="TextBox 9"/>
          <p:cNvSpPr txBox="1"/>
          <p:nvPr/>
        </p:nvSpPr>
        <p:spPr>
          <a:xfrm>
            <a:off x="10107590" y="3446901"/>
            <a:ext cx="7151710" cy="2247900"/>
          </a:xfrm>
          <a:prstGeom prst="rect">
            <a:avLst/>
          </a:prstGeom>
        </p:spPr>
        <p:txBody>
          <a:bodyPr lIns="0" tIns="0" rIns="0" bIns="0" rtlCol="0" anchor="t">
            <a:spAutoFit/>
          </a:bodyPr>
          <a:lstStyle/>
          <a:p>
            <a:pPr algn="r">
              <a:lnSpc>
                <a:spcPts val="8911"/>
              </a:lnSpc>
            </a:pPr>
            <a:r>
              <a:rPr lang="en-US" sz="7426">
                <a:solidFill>
                  <a:srgbClr val="616161"/>
                </a:solidFill>
                <a:latin typeface="Anton"/>
                <a:ea typeface="Anton"/>
                <a:cs typeface="Anton"/>
                <a:sym typeface="Anton"/>
              </a:rPr>
              <a:t>LOREM IPSUM DOLOR SIT AMET,</a:t>
            </a:r>
          </a:p>
        </p:txBody>
      </p:sp>
      <p:sp>
        <p:nvSpPr>
          <p:cNvPr id="10" name="TextBox 10"/>
          <p:cNvSpPr txBox="1"/>
          <p:nvPr/>
        </p:nvSpPr>
        <p:spPr>
          <a:xfrm>
            <a:off x="10201972" y="5904744"/>
            <a:ext cx="7057328" cy="935355"/>
          </a:xfrm>
          <a:prstGeom prst="rect">
            <a:avLst/>
          </a:prstGeom>
        </p:spPr>
        <p:txBody>
          <a:bodyPr lIns="0" tIns="0" rIns="0" bIns="0" rtlCol="0" anchor="t">
            <a:spAutoFit/>
          </a:bodyPr>
          <a:lstStyle/>
          <a:p>
            <a:pPr algn="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 </a:t>
            </a:r>
          </a:p>
        </p:txBody>
      </p:sp>
      <p:sp>
        <p:nvSpPr>
          <p:cNvPr id="11" name="Freeform 11"/>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2" name="TextBox 12"/>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1028700" y="4940085"/>
            <a:ext cx="10349060" cy="4318215"/>
            <a:chOff x="0" y="0"/>
            <a:chExt cx="1603340" cy="669005"/>
          </a:xfrm>
        </p:grpSpPr>
        <p:sp>
          <p:nvSpPr>
            <p:cNvPr id="4" name="Freeform 4"/>
            <p:cNvSpPr/>
            <p:nvPr/>
          </p:nvSpPr>
          <p:spPr>
            <a:xfrm>
              <a:off x="0" y="0"/>
              <a:ext cx="1603340" cy="669005"/>
            </a:xfrm>
            <a:custGeom>
              <a:avLst/>
              <a:gdLst/>
              <a:ahLst/>
              <a:cxnLst/>
              <a:rect l="l" t="t" r="r" b="b"/>
              <a:pathLst>
                <a:path w="1603340" h="669005">
                  <a:moveTo>
                    <a:pt x="0" y="0"/>
                  </a:moveTo>
                  <a:lnTo>
                    <a:pt x="1603340" y="0"/>
                  </a:lnTo>
                  <a:lnTo>
                    <a:pt x="1603340" y="669005"/>
                  </a:lnTo>
                  <a:lnTo>
                    <a:pt x="0" y="669005"/>
                  </a:lnTo>
                  <a:close/>
                </a:path>
              </a:pathLst>
            </a:custGeom>
            <a:blipFill>
              <a:blip r:embed="rId3"/>
              <a:stretch>
                <a:fillRect l="-39695" r="9610" b="-21493"/>
              </a:stretch>
            </a:blipFill>
          </p:spPr>
          <p:txBody>
            <a:bodyPr/>
            <a:lstStyle/>
            <a:p>
              <a:endParaRPr lang="es-MX"/>
            </a:p>
          </p:txBody>
        </p:sp>
      </p:grpSp>
      <p:sp>
        <p:nvSpPr>
          <p:cNvPr id="5" name="Freeform 5"/>
          <p:cNvSpPr/>
          <p:nvPr/>
        </p:nvSpPr>
        <p:spPr>
          <a:xfrm rot="-5400000" flipV="1">
            <a:off x="10121322" y="87677"/>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6" name="TextBox 6"/>
          <p:cNvSpPr txBox="1"/>
          <p:nvPr/>
        </p:nvSpPr>
        <p:spPr>
          <a:xfrm>
            <a:off x="1028700" y="1028700"/>
            <a:ext cx="3384758"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7" name="TextBox 7"/>
          <p:cNvSpPr txBox="1"/>
          <p:nvPr/>
        </p:nvSpPr>
        <p:spPr>
          <a:xfrm>
            <a:off x="1028700" y="2041417"/>
            <a:ext cx="8115300" cy="2247900"/>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 SIT AMET</a:t>
            </a:r>
          </a:p>
        </p:txBody>
      </p:sp>
      <p:sp>
        <p:nvSpPr>
          <p:cNvPr id="8" name="TextBox 8"/>
          <p:cNvSpPr txBox="1"/>
          <p:nvPr/>
        </p:nvSpPr>
        <p:spPr>
          <a:xfrm>
            <a:off x="12000749" y="6539724"/>
            <a:ext cx="5258551" cy="156400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 Ut magna mauris, sollicitudin ac erat quis, venenatis aliquet elit. Proin eu posuere</a:t>
            </a:r>
          </a:p>
        </p:txBody>
      </p:sp>
      <p:sp>
        <p:nvSpPr>
          <p:cNvPr id="9" name="TextBox 9"/>
          <p:cNvSpPr txBox="1"/>
          <p:nvPr/>
        </p:nvSpPr>
        <p:spPr>
          <a:xfrm>
            <a:off x="12000749" y="6085130"/>
            <a:ext cx="5088389" cy="3143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 SIT AMET</a:t>
            </a:r>
          </a:p>
        </p:txBody>
      </p:sp>
      <p:sp>
        <p:nvSpPr>
          <p:cNvPr id="10" name="Freeform 10"/>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1" name="TextBox 11"/>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2000" y="2046214"/>
            <a:ext cx="38395650" cy="5339185"/>
            <a:chOff x="0" y="0"/>
            <a:chExt cx="2833290" cy="827180"/>
          </a:xfrm>
        </p:grpSpPr>
        <p:sp>
          <p:nvSpPr>
            <p:cNvPr id="3" name="Freeform 3"/>
            <p:cNvSpPr/>
            <p:nvPr/>
          </p:nvSpPr>
          <p:spPr>
            <a:xfrm>
              <a:off x="0" y="0"/>
              <a:ext cx="2833290" cy="827180"/>
            </a:xfrm>
            <a:custGeom>
              <a:avLst/>
              <a:gdLst/>
              <a:ahLst/>
              <a:cxnLst/>
              <a:rect l="l" t="t" r="r" b="b"/>
              <a:pathLst>
                <a:path w="2833290" h="827180">
                  <a:moveTo>
                    <a:pt x="0" y="0"/>
                  </a:moveTo>
                  <a:lnTo>
                    <a:pt x="2833290" y="0"/>
                  </a:lnTo>
                  <a:lnTo>
                    <a:pt x="2833290" y="827180"/>
                  </a:lnTo>
                  <a:lnTo>
                    <a:pt x="0" y="827180"/>
                  </a:lnTo>
                  <a:close/>
                </a:path>
              </a:pathLst>
            </a:custGeom>
            <a:blipFill>
              <a:blip r:embed="rId2">
                <a:alphaModFix amt="50000"/>
              </a:blip>
              <a:stretch>
                <a:fillRect l="-22463" r="48849" b="1738"/>
              </a:stretch>
            </a:blipFill>
          </p:spPr>
          <p:txBody>
            <a:bodyPr/>
            <a:lstStyle/>
            <a:p>
              <a:endParaRPr lang="es-MX"/>
            </a:p>
          </p:txBody>
        </p:sp>
      </p:grpSp>
      <p:sp>
        <p:nvSpPr>
          <p:cNvPr id="4" name="AutoShape 4"/>
          <p:cNvSpPr/>
          <p:nvPr/>
        </p:nvSpPr>
        <p:spPr>
          <a:xfrm flipV="1">
            <a:off x="6200974" y="7597893"/>
            <a:ext cx="0" cy="1660407"/>
          </a:xfrm>
          <a:prstGeom prst="line">
            <a:avLst/>
          </a:prstGeom>
          <a:ln w="38100" cap="flat">
            <a:solidFill>
              <a:srgbClr val="FFFFFF"/>
            </a:solidFill>
            <a:prstDash val="solid"/>
            <a:headEnd type="none" w="sm" len="sm"/>
            <a:tailEnd type="none" w="sm" len="sm"/>
          </a:ln>
        </p:spPr>
        <p:txBody>
          <a:bodyPr/>
          <a:lstStyle/>
          <a:p>
            <a:endParaRPr lang="es-MX"/>
          </a:p>
        </p:txBody>
      </p:sp>
      <p:sp>
        <p:nvSpPr>
          <p:cNvPr id="5" name="AutoShape 5"/>
          <p:cNvSpPr/>
          <p:nvPr/>
        </p:nvSpPr>
        <p:spPr>
          <a:xfrm flipV="1">
            <a:off x="12087026" y="7597893"/>
            <a:ext cx="0" cy="1660407"/>
          </a:xfrm>
          <a:prstGeom prst="line">
            <a:avLst/>
          </a:prstGeom>
          <a:ln w="38100" cap="flat">
            <a:solidFill>
              <a:srgbClr val="FFFFFF"/>
            </a:solidFill>
            <a:prstDash val="solid"/>
            <a:headEnd type="none" w="sm" len="sm"/>
            <a:tailEnd type="none" w="sm" len="sm"/>
          </a:ln>
        </p:spPr>
        <p:txBody>
          <a:bodyPr/>
          <a:lstStyle/>
          <a:p>
            <a:endParaRPr lang="es-MX"/>
          </a:p>
        </p:txBody>
      </p:sp>
      <p:sp>
        <p:nvSpPr>
          <p:cNvPr id="6" name="TextBox 6"/>
          <p:cNvSpPr txBox="1"/>
          <p:nvPr/>
        </p:nvSpPr>
        <p:spPr>
          <a:xfrm>
            <a:off x="1028700" y="1028700"/>
            <a:ext cx="3358347"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grpSp>
        <p:nvGrpSpPr>
          <p:cNvPr id="7" name="Group 7"/>
          <p:cNvGrpSpPr/>
          <p:nvPr/>
        </p:nvGrpSpPr>
        <p:grpSpPr>
          <a:xfrm>
            <a:off x="12800805" y="7737885"/>
            <a:ext cx="4458495" cy="1380424"/>
            <a:chOff x="0" y="0"/>
            <a:chExt cx="5944659" cy="1840565"/>
          </a:xfrm>
        </p:grpSpPr>
        <p:sp>
          <p:nvSpPr>
            <p:cNvPr id="8" name="TextBox 8"/>
            <p:cNvSpPr txBox="1"/>
            <p:nvPr/>
          </p:nvSpPr>
          <p:spPr>
            <a:xfrm>
              <a:off x="0" y="606125"/>
              <a:ext cx="5944659" cy="123444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9" name="TextBox 9"/>
            <p:cNvSpPr txBox="1"/>
            <p:nvPr/>
          </p:nvSpPr>
          <p:spPr>
            <a:xfrm>
              <a:off x="247508" y="-9525"/>
              <a:ext cx="5449643" cy="4159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grpSp>
        <p:nvGrpSpPr>
          <p:cNvPr id="10" name="Group 10"/>
          <p:cNvGrpSpPr/>
          <p:nvPr/>
        </p:nvGrpSpPr>
        <p:grpSpPr>
          <a:xfrm>
            <a:off x="6914753" y="7737885"/>
            <a:ext cx="4458495" cy="1380424"/>
            <a:chOff x="0" y="0"/>
            <a:chExt cx="5944659" cy="1840565"/>
          </a:xfrm>
        </p:grpSpPr>
        <p:sp>
          <p:nvSpPr>
            <p:cNvPr id="11" name="TextBox 11"/>
            <p:cNvSpPr txBox="1"/>
            <p:nvPr/>
          </p:nvSpPr>
          <p:spPr>
            <a:xfrm>
              <a:off x="0" y="606125"/>
              <a:ext cx="5944659" cy="123444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12" name="TextBox 12"/>
            <p:cNvSpPr txBox="1"/>
            <p:nvPr/>
          </p:nvSpPr>
          <p:spPr>
            <a:xfrm>
              <a:off x="586852" y="-9525"/>
              <a:ext cx="4770956" cy="4159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grpSp>
        <p:nvGrpSpPr>
          <p:cNvPr id="13" name="Group 13"/>
          <p:cNvGrpSpPr/>
          <p:nvPr/>
        </p:nvGrpSpPr>
        <p:grpSpPr>
          <a:xfrm>
            <a:off x="1028700" y="7737885"/>
            <a:ext cx="4458495" cy="1380424"/>
            <a:chOff x="0" y="0"/>
            <a:chExt cx="5944659" cy="1840565"/>
          </a:xfrm>
        </p:grpSpPr>
        <p:sp>
          <p:nvSpPr>
            <p:cNvPr id="14" name="TextBox 14"/>
            <p:cNvSpPr txBox="1"/>
            <p:nvPr/>
          </p:nvSpPr>
          <p:spPr>
            <a:xfrm>
              <a:off x="0" y="606125"/>
              <a:ext cx="5944659" cy="123444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a:t>
              </a:r>
            </a:p>
          </p:txBody>
        </p:sp>
        <p:sp>
          <p:nvSpPr>
            <p:cNvPr id="15" name="TextBox 15"/>
            <p:cNvSpPr txBox="1"/>
            <p:nvPr/>
          </p:nvSpPr>
          <p:spPr>
            <a:xfrm>
              <a:off x="586852" y="-9525"/>
              <a:ext cx="4770956" cy="4159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sp>
        <p:nvSpPr>
          <p:cNvPr id="16" name="TextBox 16"/>
          <p:cNvSpPr txBox="1"/>
          <p:nvPr/>
        </p:nvSpPr>
        <p:spPr>
          <a:xfrm>
            <a:off x="4642941" y="3778610"/>
            <a:ext cx="9002118" cy="2247900"/>
          </a:xfrm>
          <a:prstGeom prst="rect">
            <a:avLst/>
          </a:prstGeom>
        </p:spPr>
        <p:txBody>
          <a:bodyPr lIns="0" tIns="0" rIns="0" bIns="0" rtlCol="0" anchor="t">
            <a:spAutoFit/>
          </a:bodyPr>
          <a:lstStyle/>
          <a:p>
            <a:pPr algn="ctr">
              <a:lnSpc>
                <a:spcPts val="8911"/>
              </a:lnSpc>
            </a:pPr>
            <a:r>
              <a:rPr lang="en-US" sz="7426">
                <a:solidFill>
                  <a:srgbClr val="616161"/>
                </a:solidFill>
                <a:latin typeface="Anton"/>
                <a:ea typeface="Anton"/>
                <a:cs typeface="Anton"/>
                <a:sym typeface="Anton"/>
              </a:rPr>
              <a:t>LOREM IPSUM DOLOR SIT AMET, CONSECTETUR</a:t>
            </a:r>
          </a:p>
        </p:txBody>
      </p:sp>
      <p:sp>
        <p:nvSpPr>
          <p:cNvPr id="17" name="Freeform 17"/>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18" name="TextBox 18"/>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985459"/>
            <a:ext cx="7950209" cy="2247900"/>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 SIT AMET</a:t>
            </a:r>
          </a:p>
        </p:txBody>
      </p:sp>
      <p:grpSp>
        <p:nvGrpSpPr>
          <p:cNvPr id="3" name="Group 3"/>
          <p:cNvGrpSpPr/>
          <p:nvPr/>
        </p:nvGrpSpPr>
        <p:grpSpPr>
          <a:xfrm>
            <a:off x="1028700" y="4785809"/>
            <a:ext cx="28003500" cy="4434391"/>
            <a:chOff x="0" y="0"/>
            <a:chExt cx="2514545" cy="687003"/>
          </a:xfrm>
        </p:grpSpPr>
        <p:sp>
          <p:nvSpPr>
            <p:cNvPr id="4" name="Freeform 4"/>
            <p:cNvSpPr/>
            <p:nvPr/>
          </p:nvSpPr>
          <p:spPr>
            <a:xfrm>
              <a:off x="0" y="0"/>
              <a:ext cx="2514545" cy="687003"/>
            </a:xfrm>
            <a:custGeom>
              <a:avLst/>
              <a:gdLst/>
              <a:ahLst/>
              <a:cxnLst/>
              <a:rect l="l" t="t" r="r" b="b"/>
              <a:pathLst>
                <a:path w="2514545" h="687003">
                  <a:moveTo>
                    <a:pt x="0" y="0"/>
                  </a:moveTo>
                  <a:lnTo>
                    <a:pt x="2514545" y="0"/>
                  </a:lnTo>
                  <a:lnTo>
                    <a:pt x="2514545" y="687003"/>
                  </a:lnTo>
                  <a:lnTo>
                    <a:pt x="0" y="687003"/>
                  </a:lnTo>
                  <a:close/>
                </a:path>
              </a:pathLst>
            </a:custGeom>
            <a:blipFill>
              <a:blip r:embed="rId2"/>
              <a:stretch>
                <a:fillRect l="-25310" r="42365" b="-18310"/>
              </a:stretch>
            </a:blipFill>
          </p:spPr>
          <p:txBody>
            <a:bodyPr/>
            <a:lstStyle/>
            <a:p>
              <a:endParaRPr lang="es-MX"/>
            </a:p>
          </p:txBody>
        </p:sp>
      </p:grpSp>
      <p:sp>
        <p:nvSpPr>
          <p:cNvPr id="5" name="Freeform 5"/>
          <p:cNvSpPr/>
          <p:nvPr/>
        </p:nvSpPr>
        <p:spPr>
          <a:xfrm rot="-5400000" flipV="1">
            <a:off x="6451776" y="-713390"/>
            <a:ext cx="3934973" cy="2003259"/>
          </a:xfrm>
          <a:custGeom>
            <a:avLst/>
            <a:gdLst/>
            <a:ahLst/>
            <a:cxnLst/>
            <a:rect l="l" t="t" r="r" b="b"/>
            <a:pathLst>
              <a:path w="3934973" h="2003259">
                <a:moveTo>
                  <a:pt x="0" y="2003259"/>
                </a:moveTo>
                <a:lnTo>
                  <a:pt x="3934973" y="2003259"/>
                </a:lnTo>
                <a:lnTo>
                  <a:pt x="3934973" y="0"/>
                </a:lnTo>
                <a:lnTo>
                  <a:pt x="0" y="0"/>
                </a:lnTo>
                <a:lnTo>
                  <a:pt x="0" y="200325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6" name="TextBox 6"/>
          <p:cNvSpPr txBox="1"/>
          <p:nvPr/>
        </p:nvSpPr>
        <p:spPr>
          <a:xfrm>
            <a:off x="1028700" y="1028700"/>
            <a:ext cx="3318731"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7" name="TextBox 7"/>
          <p:cNvSpPr txBox="1"/>
          <p:nvPr/>
        </p:nvSpPr>
        <p:spPr>
          <a:xfrm>
            <a:off x="10049043" y="2622681"/>
            <a:ext cx="7210257" cy="93535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 Ut magna mauris, sollicitudin ac erat quis, venenatis</a:t>
            </a:r>
          </a:p>
        </p:txBody>
      </p:sp>
      <p:sp>
        <p:nvSpPr>
          <p:cNvPr id="8" name="Freeform 8"/>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9" name="TextBox 9"/>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39569" y="1985459"/>
            <a:ext cx="8619731" cy="5401062"/>
            <a:chOff x="0" y="0"/>
            <a:chExt cx="1335422" cy="836766"/>
          </a:xfrm>
        </p:grpSpPr>
        <p:sp>
          <p:nvSpPr>
            <p:cNvPr id="3" name="Freeform 3"/>
            <p:cNvSpPr/>
            <p:nvPr/>
          </p:nvSpPr>
          <p:spPr>
            <a:xfrm>
              <a:off x="0" y="0"/>
              <a:ext cx="1335422" cy="836766"/>
            </a:xfrm>
            <a:custGeom>
              <a:avLst/>
              <a:gdLst/>
              <a:ahLst/>
              <a:cxnLst/>
              <a:rect l="l" t="t" r="r" b="b"/>
              <a:pathLst>
                <a:path w="1335422" h="836766">
                  <a:moveTo>
                    <a:pt x="0" y="0"/>
                  </a:moveTo>
                  <a:lnTo>
                    <a:pt x="1335422" y="0"/>
                  </a:lnTo>
                  <a:lnTo>
                    <a:pt x="1335422" y="836766"/>
                  </a:lnTo>
                  <a:lnTo>
                    <a:pt x="0" y="836766"/>
                  </a:lnTo>
                  <a:close/>
                </a:path>
              </a:pathLst>
            </a:custGeom>
            <a:blipFill>
              <a:blip r:embed="rId2"/>
              <a:stretch>
                <a:fillRect l="-47659" r="-8523" b="2864"/>
              </a:stretch>
            </a:blipFill>
          </p:spPr>
          <p:txBody>
            <a:bodyPr/>
            <a:lstStyle/>
            <a:p>
              <a:endParaRPr lang="es-MX"/>
            </a:p>
          </p:txBody>
        </p:sp>
      </p:grpSp>
      <p:sp>
        <p:nvSpPr>
          <p:cNvPr id="4" name="AutoShape 4"/>
          <p:cNvSpPr/>
          <p:nvPr/>
        </p:nvSpPr>
        <p:spPr>
          <a:xfrm flipV="1">
            <a:off x="12949434" y="7686341"/>
            <a:ext cx="0" cy="1571959"/>
          </a:xfrm>
          <a:prstGeom prst="line">
            <a:avLst/>
          </a:prstGeom>
          <a:ln w="38100" cap="flat">
            <a:solidFill>
              <a:srgbClr val="FFFFFF"/>
            </a:solidFill>
            <a:prstDash val="solid"/>
            <a:headEnd type="none" w="sm" len="sm"/>
            <a:tailEnd type="none" w="sm" len="sm"/>
          </a:ln>
        </p:spPr>
        <p:txBody>
          <a:bodyPr/>
          <a:lstStyle/>
          <a:p>
            <a:endParaRPr lang="es-MX"/>
          </a:p>
        </p:txBody>
      </p:sp>
      <p:sp>
        <p:nvSpPr>
          <p:cNvPr id="5" name="Freeform 5"/>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6" name="Freeform 6"/>
          <p:cNvSpPr/>
          <p:nvPr/>
        </p:nvSpPr>
        <p:spPr>
          <a:xfrm rot="-5400000" flipV="1">
            <a:off x="4301551" y="9285371"/>
            <a:ext cx="3934973" cy="2003259"/>
          </a:xfrm>
          <a:custGeom>
            <a:avLst/>
            <a:gdLst/>
            <a:ahLst/>
            <a:cxnLst/>
            <a:rect l="l" t="t" r="r" b="b"/>
            <a:pathLst>
              <a:path w="3934973" h="2003259">
                <a:moveTo>
                  <a:pt x="0" y="2003258"/>
                </a:moveTo>
                <a:lnTo>
                  <a:pt x="3934973" y="2003258"/>
                </a:lnTo>
                <a:lnTo>
                  <a:pt x="3934973" y="0"/>
                </a:lnTo>
                <a:lnTo>
                  <a:pt x="0" y="0"/>
                </a:lnTo>
                <a:lnTo>
                  <a:pt x="0" y="2003258"/>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7" name="TextBox 7"/>
          <p:cNvSpPr txBox="1"/>
          <p:nvPr/>
        </p:nvSpPr>
        <p:spPr>
          <a:xfrm>
            <a:off x="1028700" y="1028700"/>
            <a:ext cx="3274205"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8" name="TextBox 8"/>
          <p:cNvSpPr txBox="1"/>
          <p:nvPr/>
        </p:nvSpPr>
        <p:spPr>
          <a:xfrm>
            <a:off x="13508523" y="8227177"/>
            <a:ext cx="3576748" cy="935355"/>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a:t>
            </a:r>
          </a:p>
        </p:txBody>
      </p:sp>
      <p:sp>
        <p:nvSpPr>
          <p:cNvPr id="9" name="TextBox 9"/>
          <p:cNvSpPr txBox="1"/>
          <p:nvPr/>
        </p:nvSpPr>
        <p:spPr>
          <a:xfrm>
            <a:off x="13709624" y="7772584"/>
            <a:ext cx="3174547" cy="3143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sp>
        <p:nvSpPr>
          <p:cNvPr id="10" name="TextBox 10"/>
          <p:cNvSpPr txBox="1"/>
          <p:nvPr/>
        </p:nvSpPr>
        <p:spPr>
          <a:xfrm>
            <a:off x="1028700" y="2869374"/>
            <a:ext cx="6548409" cy="3371850"/>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 SIT AMET, CONSECTETUR</a:t>
            </a:r>
          </a:p>
        </p:txBody>
      </p:sp>
      <p:sp>
        <p:nvSpPr>
          <p:cNvPr id="11" name="TextBox 11"/>
          <p:cNvSpPr txBox="1"/>
          <p:nvPr/>
        </p:nvSpPr>
        <p:spPr>
          <a:xfrm>
            <a:off x="1028700" y="6451166"/>
            <a:ext cx="6438558" cy="935355"/>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a:t>
            </a:r>
          </a:p>
        </p:txBody>
      </p:sp>
      <p:sp>
        <p:nvSpPr>
          <p:cNvPr id="12" name="TextBox 12"/>
          <p:cNvSpPr txBox="1"/>
          <p:nvPr/>
        </p:nvSpPr>
        <p:spPr>
          <a:xfrm>
            <a:off x="8813598" y="8227177"/>
            <a:ext cx="3576748" cy="935355"/>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a:t>
            </a:r>
          </a:p>
        </p:txBody>
      </p:sp>
      <p:sp>
        <p:nvSpPr>
          <p:cNvPr id="13" name="TextBox 13"/>
          <p:cNvSpPr txBox="1"/>
          <p:nvPr/>
        </p:nvSpPr>
        <p:spPr>
          <a:xfrm>
            <a:off x="9014698" y="7772584"/>
            <a:ext cx="3174547" cy="314325"/>
          </a:xfrm>
          <a:prstGeom prst="rect">
            <a:avLst/>
          </a:prstGeom>
        </p:spPr>
        <p:txBody>
          <a:bodyPr lIns="0" tIns="0" rIns="0" bIns="0" rtlCol="0" anchor="t">
            <a:spAutoFit/>
          </a:bodyPr>
          <a:lstStyle/>
          <a:p>
            <a:pPr algn="ct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sp>
        <p:nvSpPr>
          <p:cNvPr id="14" name="Freeform 14"/>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5" name="TextBox 15"/>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6845136" y="1985459"/>
            <a:ext cx="5819798" cy="10397040"/>
            <a:chOff x="0" y="0"/>
            <a:chExt cx="901639" cy="1610773"/>
          </a:xfrm>
        </p:grpSpPr>
        <p:sp>
          <p:nvSpPr>
            <p:cNvPr id="4" name="Freeform 4"/>
            <p:cNvSpPr/>
            <p:nvPr/>
          </p:nvSpPr>
          <p:spPr>
            <a:xfrm>
              <a:off x="0" y="0"/>
              <a:ext cx="901639" cy="1610773"/>
            </a:xfrm>
            <a:custGeom>
              <a:avLst/>
              <a:gdLst/>
              <a:ahLst/>
              <a:cxnLst/>
              <a:rect l="l" t="t" r="r" b="b"/>
              <a:pathLst>
                <a:path w="901639" h="1126753">
                  <a:moveTo>
                    <a:pt x="0" y="0"/>
                  </a:moveTo>
                  <a:lnTo>
                    <a:pt x="901639" y="0"/>
                  </a:lnTo>
                  <a:lnTo>
                    <a:pt x="901639" y="1126753"/>
                  </a:lnTo>
                  <a:lnTo>
                    <a:pt x="0" y="1126753"/>
                  </a:lnTo>
                  <a:close/>
                </a:path>
              </a:pathLst>
            </a:custGeom>
            <a:blipFill>
              <a:blip r:embed="rId3"/>
              <a:stretch>
                <a:fillRect l="-70588" r="-60735" b="27863"/>
              </a:stretch>
            </a:blipFill>
          </p:spPr>
          <p:txBody>
            <a:bodyPr/>
            <a:lstStyle/>
            <a:p>
              <a:endParaRPr lang="es-MX"/>
            </a:p>
          </p:txBody>
        </p:sp>
      </p:grpSp>
      <p:grpSp>
        <p:nvGrpSpPr>
          <p:cNvPr id="5" name="Group 5"/>
          <p:cNvGrpSpPr/>
          <p:nvPr/>
        </p:nvGrpSpPr>
        <p:grpSpPr>
          <a:xfrm>
            <a:off x="12847204" y="1985459"/>
            <a:ext cx="4412096" cy="10397040"/>
            <a:chOff x="0" y="0"/>
            <a:chExt cx="683549" cy="1610773"/>
          </a:xfrm>
        </p:grpSpPr>
        <p:sp>
          <p:nvSpPr>
            <p:cNvPr id="6" name="Freeform 6"/>
            <p:cNvSpPr/>
            <p:nvPr/>
          </p:nvSpPr>
          <p:spPr>
            <a:xfrm>
              <a:off x="0" y="0"/>
              <a:ext cx="683549" cy="1610773"/>
            </a:xfrm>
            <a:custGeom>
              <a:avLst/>
              <a:gdLst/>
              <a:ahLst/>
              <a:cxnLst/>
              <a:rect l="l" t="t" r="r" b="b"/>
              <a:pathLst>
                <a:path w="683549" h="1126753">
                  <a:moveTo>
                    <a:pt x="0" y="0"/>
                  </a:moveTo>
                  <a:lnTo>
                    <a:pt x="683549" y="0"/>
                  </a:lnTo>
                  <a:lnTo>
                    <a:pt x="683549" y="1126753"/>
                  </a:lnTo>
                  <a:lnTo>
                    <a:pt x="0" y="1126753"/>
                  </a:lnTo>
                  <a:close/>
                </a:path>
              </a:pathLst>
            </a:custGeom>
            <a:blipFill>
              <a:blip r:embed="rId3"/>
              <a:stretch>
                <a:fillRect l="-93109" r="-112018" b="27863"/>
              </a:stretch>
            </a:blipFill>
          </p:spPr>
          <p:txBody>
            <a:bodyPr/>
            <a:lstStyle/>
            <a:p>
              <a:endParaRPr lang="es-MX" dirty="0"/>
            </a:p>
          </p:txBody>
        </p:sp>
      </p:grpSp>
      <p:sp>
        <p:nvSpPr>
          <p:cNvPr id="7" name="Freeform 7"/>
          <p:cNvSpPr/>
          <p:nvPr/>
        </p:nvSpPr>
        <p:spPr>
          <a:xfrm flipV="1">
            <a:off x="2910163" y="9091612"/>
            <a:ext cx="3934973" cy="2003259"/>
          </a:xfrm>
          <a:custGeom>
            <a:avLst/>
            <a:gdLst/>
            <a:ahLst/>
            <a:cxnLst/>
            <a:rect l="l" t="t" r="r" b="b"/>
            <a:pathLst>
              <a:path w="3934973" h="2003259">
                <a:moveTo>
                  <a:pt x="0" y="2003259"/>
                </a:moveTo>
                <a:lnTo>
                  <a:pt x="3934973" y="2003259"/>
                </a:lnTo>
                <a:lnTo>
                  <a:pt x="3934973" y="0"/>
                </a:lnTo>
                <a:lnTo>
                  <a:pt x="0" y="0"/>
                </a:lnTo>
                <a:lnTo>
                  <a:pt x="0" y="200325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8" name="TextBox 8"/>
          <p:cNvSpPr txBox="1"/>
          <p:nvPr/>
        </p:nvSpPr>
        <p:spPr>
          <a:xfrm>
            <a:off x="1028700" y="1028700"/>
            <a:ext cx="3411169"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9" name="TextBox 9"/>
          <p:cNvSpPr txBox="1"/>
          <p:nvPr/>
        </p:nvSpPr>
        <p:spPr>
          <a:xfrm>
            <a:off x="1028700" y="1985459"/>
            <a:ext cx="5455368" cy="2247900"/>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a:t>
            </a:r>
          </a:p>
        </p:txBody>
      </p:sp>
      <p:grpSp>
        <p:nvGrpSpPr>
          <p:cNvPr id="10" name="Group 10"/>
          <p:cNvGrpSpPr/>
          <p:nvPr/>
        </p:nvGrpSpPr>
        <p:grpSpPr>
          <a:xfrm>
            <a:off x="1028700" y="6881836"/>
            <a:ext cx="4367148" cy="1380424"/>
            <a:chOff x="0" y="0"/>
            <a:chExt cx="5822864" cy="1840565"/>
          </a:xfrm>
        </p:grpSpPr>
        <p:sp>
          <p:nvSpPr>
            <p:cNvPr id="11" name="TextBox 11"/>
            <p:cNvSpPr txBox="1"/>
            <p:nvPr/>
          </p:nvSpPr>
          <p:spPr>
            <a:xfrm>
              <a:off x="0" y="606125"/>
              <a:ext cx="5822864"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a:t>
              </a:r>
            </a:p>
          </p:txBody>
        </p:sp>
        <p:sp>
          <p:nvSpPr>
            <p:cNvPr id="12" name="TextBox 12"/>
            <p:cNvSpPr txBox="1"/>
            <p:nvPr/>
          </p:nvSpPr>
          <p:spPr>
            <a:xfrm>
              <a:off x="0" y="-9525"/>
              <a:ext cx="5822864"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grpSp>
        <p:nvGrpSpPr>
          <p:cNvPr id="13" name="Group 13"/>
          <p:cNvGrpSpPr/>
          <p:nvPr/>
        </p:nvGrpSpPr>
        <p:grpSpPr>
          <a:xfrm>
            <a:off x="1028700" y="4896024"/>
            <a:ext cx="4367148" cy="1380424"/>
            <a:chOff x="0" y="0"/>
            <a:chExt cx="5822864" cy="1840565"/>
          </a:xfrm>
        </p:grpSpPr>
        <p:sp>
          <p:nvSpPr>
            <p:cNvPr id="14" name="TextBox 14"/>
            <p:cNvSpPr txBox="1"/>
            <p:nvPr/>
          </p:nvSpPr>
          <p:spPr>
            <a:xfrm>
              <a:off x="0" y="606125"/>
              <a:ext cx="5822864"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a:t>
              </a:r>
            </a:p>
          </p:txBody>
        </p:sp>
        <p:sp>
          <p:nvSpPr>
            <p:cNvPr id="15" name="TextBox 15"/>
            <p:cNvSpPr txBox="1"/>
            <p:nvPr/>
          </p:nvSpPr>
          <p:spPr>
            <a:xfrm>
              <a:off x="0" y="-9525"/>
              <a:ext cx="5822864"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sp>
        <p:nvSpPr>
          <p:cNvPr id="16" name="Freeform 16"/>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7" name="TextBox 17"/>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1028700" y="1985459"/>
            <a:ext cx="7382970" cy="10473244"/>
            <a:chOff x="0" y="0"/>
            <a:chExt cx="1143815" cy="1622579"/>
          </a:xfrm>
        </p:grpSpPr>
        <p:sp>
          <p:nvSpPr>
            <p:cNvPr id="4" name="Freeform 4"/>
            <p:cNvSpPr/>
            <p:nvPr/>
          </p:nvSpPr>
          <p:spPr>
            <a:xfrm>
              <a:off x="0" y="0"/>
              <a:ext cx="1143815" cy="1622579"/>
            </a:xfrm>
            <a:custGeom>
              <a:avLst/>
              <a:gdLst/>
              <a:ahLst/>
              <a:cxnLst/>
              <a:rect l="l" t="t" r="r" b="b"/>
              <a:pathLst>
                <a:path w="1143815" h="1126753">
                  <a:moveTo>
                    <a:pt x="0" y="0"/>
                  </a:moveTo>
                  <a:lnTo>
                    <a:pt x="1143815" y="0"/>
                  </a:lnTo>
                  <a:lnTo>
                    <a:pt x="1143815" y="1126753"/>
                  </a:lnTo>
                  <a:lnTo>
                    <a:pt x="0" y="1126753"/>
                  </a:lnTo>
                  <a:close/>
                </a:path>
              </a:pathLst>
            </a:custGeom>
            <a:blipFill>
              <a:blip r:embed="rId3"/>
              <a:stretch>
                <a:fillRect l="-55642" r="-26703" b="27863"/>
              </a:stretch>
            </a:blipFill>
          </p:spPr>
          <p:txBody>
            <a:bodyPr/>
            <a:lstStyle/>
            <a:p>
              <a:endParaRPr lang="es-MX"/>
            </a:p>
          </p:txBody>
        </p:sp>
      </p:grpSp>
      <p:sp>
        <p:nvSpPr>
          <p:cNvPr id="5" name="Freeform 5"/>
          <p:cNvSpPr/>
          <p:nvPr/>
        </p:nvSpPr>
        <p:spPr>
          <a:xfrm flipV="1">
            <a:off x="9295343" y="9091612"/>
            <a:ext cx="3934973" cy="2003259"/>
          </a:xfrm>
          <a:custGeom>
            <a:avLst/>
            <a:gdLst/>
            <a:ahLst/>
            <a:cxnLst/>
            <a:rect l="l" t="t" r="r" b="b"/>
            <a:pathLst>
              <a:path w="3934973" h="2003259">
                <a:moveTo>
                  <a:pt x="0" y="2003259"/>
                </a:moveTo>
                <a:lnTo>
                  <a:pt x="3934973" y="2003259"/>
                </a:lnTo>
                <a:lnTo>
                  <a:pt x="3934973" y="0"/>
                </a:lnTo>
                <a:lnTo>
                  <a:pt x="0" y="0"/>
                </a:lnTo>
                <a:lnTo>
                  <a:pt x="0" y="200325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6" name="TextBox 6"/>
          <p:cNvSpPr txBox="1"/>
          <p:nvPr/>
        </p:nvSpPr>
        <p:spPr>
          <a:xfrm>
            <a:off x="1028700" y="1028700"/>
            <a:ext cx="3318731"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7" name="TextBox 7"/>
          <p:cNvSpPr txBox="1"/>
          <p:nvPr/>
        </p:nvSpPr>
        <p:spPr>
          <a:xfrm>
            <a:off x="9144000" y="1985459"/>
            <a:ext cx="8172631" cy="2247900"/>
          </a:xfrm>
          <a:prstGeom prst="rect">
            <a:avLst/>
          </a:prstGeom>
        </p:spPr>
        <p:txBody>
          <a:bodyPr lIns="0" tIns="0" rIns="0" bIns="0" rtlCol="0" anchor="t">
            <a:spAutoFit/>
          </a:bodyPr>
          <a:lstStyle/>
          <a:p>
            <a:pPr algn="l">
              <a:lnSpc>
                <a:spcPts val="8911"/>
              </a:lnSpc>
            </a:pPr>
            <a:r>
              <a:rPr lang="en-US" sz="7426">
                <a:solidFill>
                  <a:srgbClr val="616161"/>
                </a:solidFill>
                <a:latin typeface="Anton"/>
                <a:ea typeface="Anton"/>
                <a:cs typeface="Anton"/>
                <a:sym typeface="Anton"/>
              </a:rPr>
              <a:t>LOREM IPSUM DOLOR SIT AMET,</a:t>
            </a:r>
          </a:p>
        </p:txBody>
      </p:sp>
      <p:grpSp>
        <p:nvGrpSpPr>
          <p:cNvPr id="8" name="Group 8"/>
          <p:cNvGrpSpPr/>
          <p:nvPr/>
        </p:nvGrpSpPr>
        <p:grpSpPr>
          <a:xfrm>
            <a:off x="9144000" y="4911565"/>
            <a:ext cx="3578217" cy="1380424"/>
            <a:chOff x="0" y="0"/>
            <a:chExt cx="4770956" cy="1840565"/>
          </a:xfrm>
        </p:grpSpPr>
        <p:sp>
          <p:nvSpPr>
            <p:cNvPr id="9" name="TextBox 9"/>
            <p:cNvSpPr txBox="1"/>
            <p:nvPr/>
          </p:nvSpPr>
          <p:spPr>
            <a:xfrm>
              <a:off x="0" y="606125"/>
              <a:ext cx="4770956"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0" name="TextBox 10"/>
            <p:cNvSpPr txBox="1"/>
            <p:nvPr/>
          </p:nvSpPr>
          <p:spPr>
            <a:xfrm>
              <a:off x="0" y="-9525"/>
              <a:ext cx="4770956"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grpSp>
        <p:nvGrpSpPr>
          <p:cNvPr id="11" name="Group 11"/>
          <p:cNvGrpSpPr/>
          <p:nvPr/>
        </p:nvGrpSpPr>
        <p:grpSpPr>
          <a:xfrm>
            <a:off x="9144000" y="6866295"/>
            <a:ext cx="3578217" cy="1380424"/>
            <a:chOff x="0" y="0"/>
            <a:chExt cx="4770956" cy="1840565"/>
          </a:xfrm>
        </p:grpSpPr>
        <p:sp>
          <p:nvSpPr>
            <p:cNvPr id="12" name="TextBox 12"/>
            <p:cNvSpPr txBox="1"/>
            <p:nvPr/>
          </p:nvSpPr>
          <p:spPr>
            <a:xfrm>
              <a:off x="0" y="606125"/>
              <a:ext cx="4770956"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3" name="TextBox 13"/>
            <p:cNvSpPr txBox="1"/>
            <p:nvPr/>
          </p:nvSpPr>
          <p:spPr>
            <a:xfrm>
              <a:off x="0" y="-9525"/>
              <a:ext cx="4770956"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grpSp>
        <p:nvGrpSpPr>
          <p:cNvPr id="14" name="Group 14"/>
          <p:cNvGrpSpPr/>
          <p:nvPr/>
        </p:nvGrpSpPr>
        <p:grpSpPr>
          <a:xfrm>
            <a:off x="13336214" y="4911565"/>
            <a:ext cx="3578217" cy="1380424"/>
            <a:chOff x="0" y="0"/>
            <a:chExt cx="4770956" cy="1840565"/>
          </a:xfrm>
        </p:grpSpPr>
        <p:sp>
          <p:nvSpPr>
            <p:cNvPr id="15" name="TextBox 15"/>
            <p:cNvSpPr txBox="1"/>
            <p:nvPr/>
          </p:nvSpPr>
          <p:spPr>
            <a:xfrm>
              <a:off x="0" y="606125"/>
              <a:ext cx="4770956"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6" name="TextBox 16"/>
            <p:cNvSpPr txBox="1"/>
            <p:nvPr/>
          </p:nvSpPr>
          <p:spPr>
            <a:xfrm>
              <a:off x="0" y="-9525"/>
              <a:ext cx="4770956"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grpSp>
        <p:nvGrpSpPr>
          <p:cNvPr id="17" name="Group 17"/>
          <p:cNvGrpSpPr/>
          <p:nvPr/>
        </p:nvGrpSpPr>
        <p:grpSpPr>
          <a:xfrm>
            <a:off x="13336214" y="6866295"/>
            <a:ext cx="3578217" cy="1380424"/>
            <a:chOff x="0" y="0"/>
            <a:chExt cx="4770956" cy="1840565"/>
          </a:xfrm>
        </p:grpSpPr>
        <p:sp>
          <p:nvSpPr>
            <p:cNvPr id="18" name="TextBox 18"/>
            <p:cNvSpPr txBox="1"/>
            <p:nvPr/>
          </p:nvSpPr>
          <p:spPr>
            <a:xfrm>
              <a:off x="0" y="606125"/>
              <a:ext cx="4770956" cy="1234440"/>
            </a:xfrm>
            <a:prstGeom prst="rect">
              <a:avLst/>
            </a:prstGeom>
          </p:spPr>
          <p:txBody>
            <a:bodyPr lIns="0" tIns="0" rIns="0" bIns="0" rtlCol="0" anchor="t">
              <a:spAutoFit/>
            </a:bodyPr>
            <a:lstStyle/>
            <a:p>
              <a:pPr algn="l">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9" name="TextBox 19"/>
            <p:cNvSpPr txBox="1"/>
            <p:nvPr/>
          </p:nvSpPr>
          <p:spPr>
            <a:xfrm>
              <a:off x="0" y="-9525"/>
              <a:ext cx="4770956" cy="415925"/>
            </a:xfrm>
            <a:prstGeom prst="rect">
              <a:avLst/>
            </a:prstGeom>
          </p:spPr>
          <p:txBody>
            <a:bodyPr lIns="0" tIns="0" rIns="0" bIns="0" rtlCol="0" anchor="t">
              <a:spAutoFit/>
            </a:bodyPr>
            <a:lstStyle/>
            <a:p>
              <a:pPr algn="l">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grpSp>
      <p:sp>
        <p:nvSpPr>
          <p:cNvPr id="20" name="Freeform 20"/>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21" name="TextBox 21"/>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570938" y="1046469"/>
            <a:ext cx="688362" cy="688362"/>
          </a:xfrm>
          <a:custGeom>
            <a:avLst/>
            <a:gdLst/>
            <a:ahLst/>
            <a:cxnLst/>
            <a:rect l="l" t="t" r="r" b="b"/>
            <a:pathLst>
              <a:path w="688362" h="688362">
                <a:moveTo>
                  <a:pt x="0" y="0"/>
                </a:moveTo>
                <a:lnTo>
                  <a:pt x="688362" y="0"/>
                </a:lnTo>
                <a:lnTo>
                  <a:pt x="688362" y="688362"/>
                </a:lnTo>
                <a:lnTo>
                  <a:pt x="0" y="688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3" name="Group 3"/>
          <p:cNvGrpSpPr/>
          <p:nvPr/>
        </p:nvGrpSpPr>
        <p:grpSpPr>
          <a:xfrm>
            <a:off x="5621771" y="1985459"/>
            <a:ext cx="5819798" cy="10625639"/>
            <a:chOff x="0" y="0"/>
            <a:chExt cx="901639" cy="1646189"/>
          </a:xfrm>
        </p:grpSpPr>
        <p:sp>
          <p:nvSpPr>
            <p:cNvPr id="4" name="Freeform 4"/>
            <p:cNvSpPr/>
            <p:nvPr/>
          </p:nvSpPr>
          <p:spPr>
            <a:xfrm>
              <a:off x="0" y="0"/>
              <a:ext cx="901639" cy="1646189"/>
            </a:xfrm>
            <a:custGeom>
              <a:avLst/>
              <a:gdLst/>
              <a:ahLst/>
              <a:cxnLst/>
              <a:rect l="l" t="t" r="r" b="b"/>
              <a:pathLst>
                <a:path w="901639" h="1126753">
                  <a:moveTo>
                    <a:pt x="0" y="0"/>
                  </a:moveTo>
                  <a:lnTo>
                    <a:pt x="901639" y="0"/>
                  </a:lnTo>
                  <a:lnTo>
                    <a:pt x="901639" y="1126753"/>
                  </a:lnTo>
                  <a:lnTo>
                    <a:pt x="0" y="1126753"/>
                  </a:lnTo>
                  <a:close/>
                </a:path>
              </a:pathLst>
            </a:custGeom>
            <a:blipFill>
              <a:blip r:embed="rId3"/>
              <a:stretch>
                <a:fillRect l="-70588" r="-60735" b="27863"/>
              </a:stretch>
            </a:blipFill>
          </p:spPr>
          <p:txBody>
            <a:bodyPr/>
            <a:lstStyle/>
            <a:p>
              <a:endParaRPr lang="es-MX" dirty="0"/>
            </a:p>
          </p:txBody>
        </p:sp>
      </p:grpSp>
      <p:grpSp>
        <p:nvGrpSpPr>
          <p:cNvPr id="5" name="Group 5"/>
          <p:cNvGrpSpPr/>
          <p:nvPr/>
        </p:nvGrpSpPr>
        <p:grpSpPr>
          <a:xfrm>
            <a:off x="1028700" y="1985459"/>
            <a:ext cx="4412096" cy="10625639"/>
            <a:chOff x="0" y="0"/>
            <a:chExt cx="683549" cy="1646189"/>
          </a:xfrm>
        </p:grpSpPr>
        <p:sp>
          <p:nvSpPr>
            <p:cNvPr id="6" name="Freeform 6"/>
            <p:cNvSpPr/>
            <p:nvPr/>
          </p:nvSpPr>
          <p:spPr>
            <a:xfrm>
              <a:off x="0" y="0"/>
              <a:ext cx="683549" cy="1646189"/>
            </a:xfrm>
            <a:custGeom>
              <a:avLst/>
              <a:gdLst/>
              <a:ahLst/>
              <a:cxnLst/>
              <a:rect l="l" t="t" r="r" b="b"/>
              <a:pathLst>
                <a:path w="683549" h="1126753">
                  <a:moveTo>
                    <a:pt x="0" y="0"/>
                  </a:moveTo>
                  <a:lnTo>
                    <a:pt x="683549" y="0"/>
                  </a:lnTo>
                  <a:lnTo>
                    <a:pt x="683549" y="1126753"/>
                  </a:lnTo>
                  <a:lnTo>
                    <a:pt x="0" y="1126753"/>
                  </a:lnTo>
                  <a:close/>
                </a:path>
              </a:pathLst>
            </a:custGeom>
            <a:blipFill>
              <a:blip r:embed="rId3"/>
              <a:stretch>
                <a:fillRect l="-93109" r="-112018" b="27863"/>
              </a:stretch>
            </a:blipFill>
          </p:spPr>
          <p:txBody>
            <a:bodyPr/>
            <a:lstStyle/>
            <a:p>
              <a:endParaRPr lang="es-MX" dirty="0"/>
            </a:p>
          </p:txBody>
        </p:sp>
      </p:grpSp>
      <p:sp>
        <p:nvSpPr>
          <p:cNvPr id="7" name="Freeform 7"/>
          <p:cNvSpPr/>
          <p:nvPr/>
        </p:nvSpPr>
        <p:spPr>
          <a:xfrm flipV="1">
            <a:off x="11622544" y="9258300"/>
            <a:ext cx="3934973" cy="2003259"/>
          </a:xfrm>
          <a:custGeom>
            <a:avLst/>
            <a:gdLst/>
            <a:ahLst/>
            <a:cxnLst/>
            <a:rect l="l" t="t" r="r" b="b"/>
            <a:pathLst>
              <a:path w="3934973" h="2003259">
                <a:moveTo>
                  <a:pt x="0" y="2003259"/>
                </a:moveTo>
                <a:lnTo>
                  <a:pt x="3934973" y="2003259"/>
                </a:lnTo>
                <a:lnTo>
                  <a:pt x="3934973" y="0"/>
                </a:lnTo>
                <a:lnTo>
                  <a:pt x="0" y="0"/>
                </a:lnTo>
                <a:lnTo>
                  <a:pt x="0" y="200325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8" name="TextBox 8"/>
          <p:cNvSpPr txBox="1"/>
          <p:nvPr/>
        </p:nvSpPr>
        <p:spPr>
          <a:xfrm>
            <a:off x="1028700" y="1028700"/>
            <a:ext cx="3318731"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9" name="TextBox 9"/>
          <p:cNvSpPr txBox="1"/>
          <p:nvPr/>
        </p:nvSpPr>
        <p:spPr>
          <a:xfrm>
            <a:off x="11803932" y="1985459"/>
            <a:ext cx="5455368" cy="2247900"/>
          </a:xfrm>
          <a:prstGeom prst="rect">
            <a:avLst/>
          </a:prstGeom>
        </p:spPr>
        <p:txBody>
          <a:bodyPr lIns="0" tIns="0" rIns="0" bIns="0" rtlCol="0" anchor="t">
            <a:spAutoFit/>
          </a:bodyPr>
          <a:lstStyle/>
          <a:p>
            <a:pPr algn="r">
              <a:lnSpc>
                <a:spcPts val="8911"/>
              </a:lnSpc>
            </a:pPr>
            <a:r>
              <a:rPr lang="en-US" sz="7426">
                <a:solidFill>
                  <a:srgbClr val="616161"/>
                </a:solidFill>
                <a:latin typeface="Anton"/>
                <a:ea typeface="Anton"/>
                <a:cs typeface="Anton"/>
                <a:sym typeface="Anton"/>
              </a:rPr>
              <a:t>LOREM IPSUM DOLOR</a:t>
            </a:r>
          </a:p>
        </p:txBody>
      </p:sp>
      <p:sp>
        <p:nvSpPr>
          <p:cNvPr id="10" name="TextBox 10"/>
          <p:cNvSpPr txBox="1"/>
          <p:nvPr/>
        </p:nvSpPr>
        <p:spPr>
          <a:xfrm>
            <a:off x="13093252" y="7326905"/>
            <a:ext cx="4166048" cy="935355"/>
          </a:xfrm>
          <a:prstGeom prst="rect">
            <a:avLst/>
          </a:prstGeom>
        </p:spPr>
        <p:txBody>
          <a:bodyPr lIns="0" tIns="0" rIns="0" bIns="0" rtlCol="0" anchor="t">
            <a:spAutoFit/>
          </a:bodyPr>
          <a:lstStyle/>
          <a:p>
            <a:pPr algn="r">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1" name="TextBox 11"/>
          <p:cNvSpPr txBox="1"/>
          <p:nvPr/>
        </p:nvSpPr>
        <p:spPr>
          <a:xfrm>
            <a:off x="12892152" y="6872311"/>
            <a:ext cx="4367148" cy="314325"/>
          </a:xfrm>
          <a:prstGeom prst="rect">
            <a:avLst/>
          </a:prstGeom>
        </p:spPr>
        <p:txBody>
          <a:bodyPr lIns="0" tIns="0" rIns="0" bIns="0" rtlCol="0" anchor="t">
            <a:spAutoFit/>
          </a:bodyPr>
          <a:lstStyle/>
          <a:p>
            <a:pPr algn="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sp>
        <p:nvSpPr>
          <p:cNvPr id="12" name="TextBox 12"/>
          <p:cNvSpPr txBox="1"/>
          <p:nvPr/>
        </p:nvSpPr>
        <p:spPr>
          <a:xfrm>
            <a:off x="13093252" y="5341093"/>
            <a:ext cx="4166048" cy="935355"/>
          </a:xfrm>
          <a:prstGeom prst="rect">
            <a:avLst/>
          </a:prstGeom>
        </p:spPr>
        <p:txBody>
          <a:bodyPr lIns="0" tIns="0" rIns="0" bIns="0" rtlCol="0" anchor="t">
            <a:spAutoFit/>
          </a:bodyPr>
          <a:lstStyle/>
          <a:p>
            <a:pPr algn="r">
              <a:lnSpc>
                <a:spcPts val="2520"/>
              </a:lnSpc>
            </a:pPr>
            <a:r>
              <a:rPr lang="en-US" sz="1800">
                <a:solidFill>
                  <a:srgbClr val="616161"/>
                </a:solidFill>
                <a:latin typeface="Inter"/>
                <a:ea typeface="Inter"/>
                <a:cs typeface="Inter"/>
                <a:sym typeface="Inter"/>
              </a:rPr>
              <a:t>Lorem ipsum dolor sit amet, consectetur adipiscing elit. Nunc nisl ipsum, posuere in tempus</a:t>
            </a:r>
          </a:p>
        </p:txBody>
      </p:sp>
      <p:sp>
        <p:nvSpPr>
          <p:cNvPr id="13" name="TextBox 13"/>
          <p:cNvSpPr txBox="1"/>
          <p:nvPr/>
        </p:nvSpPr>
        <p:spPr>
          <a:xfrm>
            <a:off x="12892152" y="4886499"/>
            <a:ext cx="4367148" cy="314325"/>
          </a:xfrm>
          <a:prstGeom prst="rect">
            <a:avLst/>
          </a:prstGeom>
        </p:spPr>
        <p:txBody>
          <a:bodyPr lIns="0" tIns="0" rIns="0" bIns="0" rtlCol="0" anchor="t">
            <a:spAutoFit/>
          </a:bodyPr>
          <a:lstStyle/>
          <a:p>
            <a:pPr algn="r">
              <a:lnSpc>
                <a:spcPts val="2400"/>
              </a:lnSpc>
              <a:spcBef>
                <a:spcPct val="0"/>
              </a:spcBef>
            </a:pPr>
            <a:r>
              <a:rPr lang="en-US" sz="2000" b="1">
                <a:solidFill>
                  <a:srgbClr val="616161"/>
                </a:solidFill>
                <a:latin typeface="Inter Medium"/>
                <a:ea typeface="Inter Medium"/>
                <a:cs typeface="Inter Medium"/>
                <a:sym typeface="Inter Medium"/>
              </a:rPr>
              <a:t>LOREM IPSUM DOLOR</a:t>
            </a:r>
          </a:p>
        </p:txBody>
      </p:sp>
      <p:sp>
        <p:nvSpPr>
          <p:cNvPr id="14" name="Freeform 14"/>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5" name="TextBox 15"/>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9144000" y="3070622"/>
            <a:ext cx="0" cy="3924777"/>
          </a:xfrm>
          <a:prstGeom prst="line">
            <a:avLst/>
          </a:prstGeom>
          <a:ln w="38100" cap="flat">
            <a:solidFill>
              <a:srgbClr val="FFFFFF"/>
            </a:solidFill>
            <a:prstDash val="solid"/>
            <a:headEnd type="none" w="sm" len="sm"/>
            <a:tailEnd type="none" w="sm" len="sm"/>
          </a:ln>
        </p:spPr>
        <p:txBody>
          <a:bodyPr/>
          <a:lstStyle/>
          <a:p>
            <a:endParaRPr lang="es-MX"/>
          </a:p>
        </p:txBody>
      </p:sp>
      <p:sp>
        <p:nvSpPr>
          <p:cNvPr id="3" name="TextBox 3"/>
          <p:cNvSpPr txBox="1"/>
          <p:nvPr/>
        </p:nvSpPr>
        <p:spPr>
          <a:xfrm>
            <a:off x="1028700" y="1028700"/>
            <a:ext cx="3397963" cy="361950"/>
          </a:xfrm>
          <a:prstGeom prst="rect">
            <a:avLst/>
          </a:prstGeom>
        </p:spPr>
        <p:txBody>
          <a:bodyPr lIns="0" tIns="0" rIns="0" bIns="0" rtlCol="0" anchor="t">
            <a:spAutoFit/>
          </a:bodyPr>
          <a:lstStyle/>
          <a:p>
            <a:pPr algn="l">
              <a:lnSpc>
                <a:spcPts val="2879"/>
              </a:lnSpc>
              <a:spcBef>
                <a:spcPct val="0"/>
              </a:spcBef>
            </a:pPr>
            <a:r>
              <a:rPr lang="en-US" sz="2400" b="1">
                <a:solidFill>
                  <a:srgbClr val="616161"/>
                </a:solidFill>
                <a:latin typeface="Inter Medium"/>
                <a:ea typeface="Inter Medium"/>
                <a:cs typeface="Inter Medium"/>
                <a:sym typeface="Inter Medium"/>
              </a:rPr>
              <a:t>LOREM IPSUM DOLOR</a:t>
            </a:r>
          </a:p>
        </p:txBody>
      </p:sp>
      <p:sp>
        <p:nvSpPr>
          <p:cNvPr id="4" name="TextBox 4"/>
          <p:cNvSpPr txBox="1"/>
          <p:nvPr/>
        </p:nvSpPr>
        <p:spPr>
          <a:xfrm>
            <a:off x="3055352" y="3228023"/>
            <a:ext cx="5278810" cy="3619500"/>
          </a:xfrm>
          <a:prstGeom prst="rect">
            <a:avLst/>
          </a:prstGeom>
        </p:spPr>
        <p:txBody>
          <a:bodyPr lIns="0" tIns="0" rIns="0" bIns="0" rtlCol="0" anchor="t">
            <a:spAutoFit/>
          </a:bodyPr>
          <a:lstStyle/>
          <a:p>
            <a:pPr algn="r">
              <a:lnSpc>
                <a:spcPts val="9599"/>
              </a:lnSpc>
            </a:pPr>
            <a:r>
              <a:rPr lang="en-US" sz="7999">
                <a:solidFill>
                  <a:srgbClr val="616161"/>
                </a:solidFill>
                <a:latin typeface="Anton"/>
                <a:ea typeface="Anton"/>
                <a:cs typeface="Anton"/>
                <a:sym typeface="Anton"/>
              </a:rPr>
              <a:t>LOREM IPSUM DOLOR SIT AMET</a:t>
            </a:r>
          </a:p>
        </p:txBody>
      </p:sp>
      <p:sp>
        <p:nvSpPr>
          <p:cNvPr id="5" name="TextBox 5"/>
          <p:cNvSpPr txBox="1"/>
          <p:nvPr/>
        </p:nvSpPr>
        <p:spPr>
          <a:xfrm>
            <a:off x="3296662" y="8637270"/>
            <a:ext cx="11694676" cy="621030"/>
          </a:xfrm>
          <a:prstGeom prst="rect">
            <a:avLst/>
          </a:prstGeom>
        </p:spPr>
        <p:txBody>
          <a:bodyPr lIns="0" tIns="0" rIns="0" bIns="0" rtlCol="0" anchor="t">
            <a:spAutoFit/>
          </a:bodyPr>
          <a:lstStyle/>
          <a:p>
            <a:pPr algn="ctr">
              <a:lnSpc>
                <a:spcPts val="2520"/>
              </a:lnSpc>
            </a:pPr>
            <a:r>
              <a:rPr lang="en-US" sz="1800">
                <a:solidFill>
                  <a:srgbClr val="616161"/>
                </a:solidFill>
                <a:latin typeface="Inter"/>
                <a:ea typeface="Inter"/>
                <a:cs typeface="Inter"/>
                <a:sym typeface="Inter"/>
              </a:rPr>
              <a:t>Lorem ipsum dolor sit amet, consectetur adipiscing elit. Nunc nisl ipsum, posuere in tempus non, ornare in sapien. Curabitur volutpat justo tellus. Ut magna mauris, sollicitudin ac erat quis, venenatis aliquet elit. </a:t>
            </a:r>
          </a:p>
        </p:txBody>
      </p:sp>
      <p:grpSp>
        <p:nvGrpSpPr>
          <p:cNvPr id="6" name="Group 6"/>
          <p:cNvGrpSpPr/>
          <p:nvPr/>
        </p:nvGrpSpPr>
        <p:grpSpPr>
          <a:xfrm>
            <a:off x="9953838" y="3647507"/>
            <a:ext cx="5278810" cy="2771007"/>
            <a:chOff x="0" y="0"/>
            <a:chExt cx="7038413" cy="3694675"/>
          </a:xfrm>
        </p:grpSpPr>
        <p:sp>
          <p:nvSpPr>
            <p:cNvPr id="7" name="Freeform 7"/>
            <p:cNvSpPr/>
            <p:nvPr/>
          </p:nvSpPr>
          <p:spPr>
            <a:xfrm>
              <a:off x="0" y="0"/>
              <a:ext cx="681900" cy="681900"/>
            </a:xfrm>
            <a:custGeom>
              <a:avLst/>
              <a:gdLst/>
              <a:ahLst/>
              <a:cxnLst/>
              <a:rect l="l" t="t" r="r" b="b"/>
              <a:pathLst>
                <a:path w="681900" h="681900">
                  <a:moveTo>
                    <a:pt x="0" y="0"/>
                  </a:moveTo>
                  <a:lnTo>
                    <a:pt x="681900" y="0"/>
                  </a:lnTo>
                  <a:lnTo>
                    <a:pt x="681900" y="681900"/>
                  </a:lnTo>
                  <a:lnTo>
                    <a:pt x="0" y="6819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8" name="TextBox 8"/>
            <p:cNvSpPr txBox="1"/>
            <p:nvPr/>
          </p:nvSpPr>
          <p:spPr>
            <a:xfrm>
              <a:off x="1070788" y="90760"/>
              <a:ext cx="2983813" cy="462280"/>
            </a:xfrm>
            <a:prstGeom prst="rect">
              <a:avLst/>
            </a:prstGeom>
          </p:spPr>
          <p:txBody>
            <a:bodyPr lIns="0" tIns="0" rIns="0" bIns="0" rtlCol="0" anchor="t">
              <a:spAutoFit/>
            </a:bodyPr>
            <a:lstStyle/>
            <a:p>
              <a:pPr algn="l">
                <a:lnSpc>
                  <a:spcPts val="2940"/>
                </a:lnSpc>
              </a:pPr>
              <a:r>
                <a:rPr lang="en-US" sz="2100" b="1">
                  <a:solidFill>
                    <a:srgbClr val="616161"/>
                  </a:solidFill>
                  <a:latin typeface="Inter Medium"/>
                  <a:ea typeface="Inter Medium"/>
                  <a:cs typeface="Inter Medium"/>
                  <a:sym typeface="Inter Medium"/>
                </a:rPr>
                <a:t>+123-456-7890</a:t>
              </a:r>
            </a:p>
          </p:txBody>
        </p:sp>
        <p:sp>
          <p:nvSpPr>
            <p:cNvPr id="9" name="Freeform 9"/>
            <p:cNvSpPr/>
            <p:nvPr/>
          </p:nvSpPr>
          <p:spPr>
            <a:xfrm>
              <a:off x="0" y="2008517"/>
              <a:ext cx="681900" cy="681900"/>
            </a:xfrm>
            <a:custGeom>
              <a:avLst/>
              <a:gdLst/>
              <a:ahLst/>
              <a:cxnLst/>
              <a:rect l="l" t="t" r="r" b="b"/>
              <a:pathLst>
                <a:path w="681900" h="681900">
                  <a:moveTo>
                    <a:pt x="0" y="0"/>
                  </a:moveTo>
                  <a:lnTo>
                    <a:pt x="681900" y="0"/>
                  </a:lnTo>
                  <a:lnTo>
                    <a:pt x="681900" y="681900"/>
                  </a:lnTo>
                  <a:lnTo>
                    <a:pt x="0" y="681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10" name="TextBox 10"/>
            <p:cNvSpPr txBox="1"/>
            <p:nvPr/>
          </p:nvSpPr>
          <p:spPr>
            <a:xfrm>
              <a:off x="1070788" y="2099277"/>
              <a:ext cx="5540994" cy="462280"/>
            </a:xfrm>
            <a:prstGeom prst="rect">
              <a:avLst/>
            </a:prstGeom>
          </p:spPr>
          <p:txBody>
            <a:bodyPr lIns="0" tIns="0" rIns="0" bIns="0" rtlCol="0" anchor="t">
              <a:spAutoFit/>
            </a:bodyPr>
            <a:lstStyle/>
            <a:p>
              <a:pPr algn="l">
                <a:lnSpc>
                  <a:spcPts val="2940"/>
                </a:lnSpc>
              </a:pPr>
              <a:r>
                <a:rPr lang="en-US" sz="2100" b="1">
                  <a:solidFill>
                    <a:srgbClr val="616161"/>
                  </a:solidFill>
                  <a:latin typeface="Inter Medium"/>
                  <a:ea typeface="Inter Medium"/>
                  <a:cs typeface="Inter Medium"/>
                  <a:sym typeface="Inter Medium"/>
                </a:rPr>
                <a:t>123 ANYWHERE ST., ANY CITY</a:t>
              </a:r>
            </a:p>
          </p:txBody>
        </p:sp>
        <p:sp>
          <p:nvSpPr>
            <p:cNvPr id="11" name="Freeform 11"/>
            <p:cNvSpPr/>
            <p:nvPr/>
          </p:nvSpPr>
          <p:spPr>
            <a:xfrm>
              <a:off x="0" y="1004259"/>
              <a:ext cx="681900" cy="681900"/>
            </a:xfrm>
            <a:custGeom>
              <a:avLst/>
              <a:gdLst/>
              <a:ahLst/>
              <a:cxnLst/>
              <a:rect l="l" t="t" r="r" b="b"/>
              <a:pathLst>
                <a:path w="681900" h="681900">
                  <a:moveTo>
                    <a:pt x="0" y="0"/>
                  </a:moveTo>
                  <a:lnTo>
                    <a:pt x="681900" y="0"/>
                  </a:lnTo>
                  <a:lnTo>
                    <a:pt x="681900" y="681899"/>
                  </a:lnTo>
                  <a:lnTo>
                    <a:pt x="0" y="68189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12" name="TextBox 12"/>
            <p:cNvSpPr txBox="1"/>
            <p:nvPr/>
          </p:nvSpPr>
          <p:spPr>
            <a:xfrm>
              <a:off x="1070788" y="1095019"/>
              <a:ext cx="5967626" cy="462280"/>
            </a:xfrm>
            <a:prstGeom prst="rect">
              <a:avLst/>
            </a:prstGeom>
          </p:spPr>
          <p:txBody>
            <a:bodyPr lIns="0" tIns="0" rIns="0" bIns="0" rtlCol="0" anchor="t">
              <a:spAutoFit/>
            </a:bodyPr>
            <a:lstStyle/>
            <a:p>
              <a:pPr algn="l">
                <a:lnSpc>
                  <a:spcPts val="2940"/>
                </a:lnSpc>
              </a:pPr>
              <a:r>
                <a:rPr lang="en-US" sz="2100" b="1">
                  <a:solidFill>
                    <a:srgbClr val="616161"/>
                  </a:solidFill>
                  <a:latin typeface="Inter Medium"/>
                  <a:ea typeface="Inter Medium"/>
                  <a:cs typeface="Inter Medium"/>
                  <a:sym typeface="Inter Medium"/>
                </a:rPr>
                <a:t>CURSUMI.COM@GMAIL.COM</a:t>
              </a:r>
            </a:p>
          </p:txBody>
        </p:sp>
        <p:sp>
          <p:nvSpPr>
            <p:cNvPr id="13" name="Freeform 13"/>
            <p:cNvSpPr/>
            <p:nvPr/>
          </p:nvSpPr>
          <p:spPr>
            <a:xfrm>
              <a:off x="0" y="3012776"/>
              <a:ext cx="681900" cy="681900"/>
            </a:xfrm>
            <a:custGeom>
              <a:avLst/>
              <a:gdLst/>
              <a:ahLst/>
              <a:cxnLst/>
              <a:rect l="l" t="t" r="r" b="b"/>
              <a:pathLst>
                <a:path w="681900" h="681900">
                  <a:moveTo>
                    <a:pt x="0" y="0"/>
                  </a:moveTo>
                  <a:lnTo>
                    <a:pt x="681900" y="0"/>
                  </a:lnTo>
                  <a:lnTo>
                    <a:pt x="681900" y="681899"/>
                  </a:lnTo>
                  <a:lnTo>
                    <a:pt x="0" y="68189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4" name="TextBox 14"/>
            <p:cNvSpPr txBox="1"/>
            <p:nvPr/>
          </p:nvSpPr>
          <p:spPr>
            <a:xfrm>
              <a:off x="1070788" y="3103536"/>
              <a:ext cx="5644122" cy="462280"/>
            </a:xfrm>
            <a:prstGeom prst="rect">
              <a:avLst/>
            </a:prstGeom>
          </p:spPr>
          <p:txBody>
            <a:bodyPr lIns="0" tIns="0" rIns="0" bIns="0" rtlCol="0" anchor="t">
              <a:spAutoFit/>
            </a:bodyPr>
            <a:lstStyle/>
            <a:p>
              <a:pPr algn="l">
                <a:lnSpc>
                  <a:spcPts val="2940"/>
                </a:lnSpc>
              </a:pPr>
              <a:r>
                <a:rPr lang="en-US" sz="2100" b="1">
                  <a:solidFill>
                    <a:srgbClr val="616161"/>
                  </a:solidFill>
                  <a:latin typeface="Inter Medium"/>
                  <a:ea typeface="Inter Medium"/>
                  <a:cs typeface="Inter Medium"/>
                  <a:sym typeface="Inter Medium"/>
                </a:rPr>
                <a:t>WWW.CURSUMI.COM</a:t>
              </a:r>
            </a:p>
          </p:txBody>
        </p:sp>
      </p:grpSp>
      <p:sp>
        <p:nvSpPr>
          <p:cNvPr id="15" name="Freeform 15"/>
          <p:cNvSpPr/>
          <p:nvPr/>
        </p:nvSpPr>
        <p:spPr>
          <a:xfrm flipV="1">
            <a:off x="-3152155" y="6652354"/>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MX"/>
          </a:p>
        </p:txBody>
      </p:sp>
      <p:sp>
        <p:nvSpPr>
          <p:cNvPr id="16" name="Freeform 16"/>
          <p:cNvSpPr/>
          <p:nvPr/>
        </p:nvSpPr>
        <p:spPr>
          <a:xfrm flipV="1">
            <a:off x="16321332" y="6652354"/>
            <a:ext cx="5118823" cy="2605946"/>
          </a:xfrm>
          <a:custGeom>
            <a:avLst/>
            <a:gdLst/>
            <a:ahLst/>
            <a:cxnLst/>
            <a:rect l="l" t="t" r="r" b="b"/>
            <a:pathLst>
              <a:path w="5118823" h="2605946">
                <a:moveTo>
                  <a:pt x="0" y="2605946"/>
                </a:moveTo>
                <a:lnTo>
                  <a:pt x="5118823" y="2605946"/>
                </a:lnTo>
                <a:lnTo>
                  <a:pt x="5118823" y="0"/>
                </a:lnTo>
                <a:lnTo>
                  <a:pt x="0" y="0"/>
                </a:lnTo>
                <a:lnTo>
                  <a:pt x="0" y="2605946"/>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MX"/>
          </a:p>
        </p:txBody>
      </p:sp>
      <p:sp>
        <p:nvSpPr>
          <p:cNvPr id="17" name="Freeform 17"/>
          <p:cNvSpPr/>
          <p:nvPr/>
        </p:nvSpPr>
        <p:spPr>
          <a:xfrm>
            <a:off x="16768310" y="228904"/>
            <a:ext cx="1290949" cy="1290949"/>
          </a:xfrm>
          <a:custGeom>
            <a:avLst/>
            <a:gdLst/>
            <a:ahLst/>
            <a:cxnLst/>
            <a:rect l="l" t="t" r="r" b="b"/>
            <a:pathLst>
              <a:path w="1290949" h="1290949">
                <a:moveTo>
                  <a:pt x="0" y="0"/>
                </a:moveTo>
                <a:lnTo>
                  <a:pt x="1290949" y="0"/>
                </a:lnTo>
                <a:lnTo>
                  <a:pt x="1290949" y="1290949"/>
                </a:lnTo>
                <a:lnTo>
                  <a:pt x="0" y="129094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MX"/>
          </a:p>
        </p:txBody>
      </p:sp>
      <p:sp>
        <p:nvSpPr>
          <p:cNvPr id="18" name="TextBox 18"/>
          <p:cNvSpPr txBox="1"/>
          <p:nvPr/>
        </p:nvSpPr>
        <p:spPr>
          <a:xfrm>
            <a:off x="16720519" y="1557329"/>
            <a:ext cx="1386530" cy="306705"/>
          </a:xfrm>
          <a:prstGeom prst="rect">
            <a:avLst/>
          </a:prstGeom>
        </p:spPr>
        <p:txBody>
          <a:bodyPr lIns="0" tIns="0" rIns="0" bIns="0" rtlCol="0" anchor="t">
            <a:spAutoFit/>
          </a:bodyPr>
          <a:lstStyle/>
          <a:p>
            <a:pPr algn="l">
              <a:lnSpc>
                <a:spcPts val="2520"/>
              </a:lnSpc>
            </a:pPr>
            <a:r>
              <a:rPr lang="en-US" sz="1800">
                <a:solidFill>
                  <a:srgbClr val="7B04DB"/>
                </a:solidFill>
                <a:latin typeface="Inter"/>
                <a:ea typeface="Inter"/>
                <a:cs typeface="Inter"/>
                <a:sym typeface="Inter"/>
              </a:rPr>
              <a:t>cursumi.com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971</Words>
  <Application>Microsoft Macintosh PowerPoint</Application>
  <PresentationFormat>Personalizado</PresentationFormat>
  <Paragraphs>106</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Inter Medium</vt:lpstr>
      <vt:lpstr>Inter</vt:lpstr>
      <vt:lpstr>Arial</vt:lpstr>
      <vt:lpstr>Anton</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cursumi.com</dc:title>
  <cp:lastModifiedBy>Brandon Uriel Garcia Ramos</cp:lastModifiedBy>
  <cp:revision>2</cp:revision>
  <dcterms:created xsi:type="dcterms:W3CDTF">2006-08-16T00:00:00Z</dcterms:created>
  <dcterms:modified xsi:type="dcterms:W3CDTF">2026-03-17T23:32:51Z</dcterms:modified>
  <dc:identifier>DAHEPh_LTCM</dc:identifier>
</cp:coreProperties>
</file>